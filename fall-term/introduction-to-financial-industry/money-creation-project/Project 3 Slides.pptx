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Nunito Sans" panose="020F0502020204030204" pitchFamily="2" charset="0"/>
      <p:regular r:id="rId9"/>
      <p:bold r:id="rId10"/>
      <p:italic r:id="rId11"/>
      <p:boldItalic r:id="rId12"/>
    </p:embeddedFont>
    <p:embeddedFont>
      <p:font typeface="Nunito Sans SemiBold" panose="020F0502020204030204" pitchFamily="2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Medium" panose="020B0502040204020203" pitchFamily="2" charset="0"/>
      <p:regular r:id="rId21"/>
      <p:bold r:id="rId22"/>
      <p:italic r:id="rId23"/>
      <p:boldItalic r:id="rId24"/>
    </p:embeddedFont>
    <p:embeddedFont>
      <p:font typeface="Poppins SemiBold" panose="020B0502040204020203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4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ad5a838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fad5a838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ad5a83873_0_1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fad5a83873_0_1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8529055b0_2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f8529055b0_2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ad5a83873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fad5a83873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adc74c3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fadc74c3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ae458c9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fae458c9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blank">
  <p:cSld name="BLANK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t="53791" r="49303"/>
          <a:stretch/>
        </p:blipFill>
        <p:spPr>
          <a:xfrm>
            <a:off x="6996180" y="-1"/>
            <a:ext cx="2147827" cy="2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rot="7601886">
            <a:off x="1184700" y="-2992710"/>
            <a:ext cx="11804607" cy="6869923"/>
          </a:xfrm>
          <a:custGeom>
            <a:avLst/>
            <a:gdLst/>
            <a:ahLst/>
            <a:cxnLst/>
            <a:rect l="l" t="t" r="r" b="b"/>
            <a:pathLst>
              <a:path w="33488" h="19489" extrusionOk="0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l="18884" b="67899"/>
          <a:stretch/>
        </p:blipFill>
        <p:spPr>
          <a:xfrm>
            <a:off x="0" y="2451450"/>
            <a:ext cx="6802801" cy="26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4453700" y="0"/>
            <a:ext cx="4698208" cy="5143488"/>
          </a:xfrm>
          <a:custGeom>
            <a:avLst/>
            <a:gdLst/>
            <a:ahLst/>
            <a:cxnLst/>
            <a:rect l="l" t="t" r="r" b="b"/>
            <a:pathLst>
              <a:path w="146819" h="160734" extrusionOk="0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 l="55739" t="39434"/>
          <a:stretch/>
        </p:blipFill>
        <p:spPr>
          <a:xfrm>
            <a:off x="0" y="0"/>
            <a:ext cx="3589874" cy="49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t="53791"/>
          <a:stretch/>
        </p:blipFill>
        <p:spPr>
          <a:xfrm>
            <a:off x="661926" y="0"/>
            <a:ext cx="4236652" cy="23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CUSTOM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marL="914400" lvl="1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marL="1371600" lvl="2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marL="1828800" lvl="3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marL="2286000" lvl="4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marL="2743200" lvl="5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marL="3200400" lvl="6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marL="3657600" lvl="7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marL="4114800" lvl="8" indent="-3302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2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1">
  <p:cSld name="BLANK_1_1_1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BLANK_1_1_1_1_2_3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-3491" y="1985350"/>
            <a:ext cx="3736169" cy="3157918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" name="Google Shape;33;p5"/>
          <p:cNvSpPr>
            <a:spLocks noGrp="1"/>
          </p:cNvSpPr>
          <p:nvPr>
            <p:ph type="pic" idx="2"/>
          </p:nvPr>
        </p:nvSpPr>
        <p:spPr>
          <a:xfrm>
            <a:off x="1208525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" name="Google Shape;34;p5"/>
          <p:cNvSpPr>
            <a:spLocks noGrp="1"/>
          </p:cNvSpPr>
          <p:nvPr>
            <p:ph type="pic" idx="3"/>
          </p:nvPr>
        </p:nvSpPr>
        <p:spPr>
          <a:xfrm>
            <a:off x="3079163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5" name="Google Shape;35;p5"/>
          <p:cNvSpPr>
            <a:spLocks noGrp="1"/>
          </p:cNvSpPr>
          <p:nvPr>
            <p:ph type="pic" idx="4"/>
          </p:nvPr>
        </p:nvSpPr>
        <p:spPr>
          <a:xfrm>
            <a:off x="4949788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6" name="Google Shape;36;p5"/>
          <p:cNvSpPr>
            <a:spLocks noGrp="1"/>
          </p:cNvSpPr>
          <p:nvPr>
            <p:ph type="pic" idx="5"/>
          </p:nvPr>
        </p:nvSpPr>
        <p:spPr>
          <a:xfrm>
            <a:off x="6820413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6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7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8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9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3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4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15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>
            <a:spLocks noGrp="1"/>
          </p:cNvSpPr>
          <p:nvPr>
            <p:ph type="pic" idx="16"/>
          </p:nvPr>
        </p:nvSpPr>
        <p:spPr>
          <a:xfrm>
            <a:off x="3079163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6" name="Google Shape;46;p5"/>
          <p:cNvSpPr>
            <a:spLocks noGrp="1"/>
          </p:cNvSpPr>
          <p:nvPr>
            <p:ph type="pic" idx="17"/>
          </p:nvPr>
        </p:nvSpPr>
        <p:spPr>
          <a:xfrm>
            <a:off x="4949788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7" name="Google Shape;47;p5"/>
          <p:cNvSpPr>
            <a:spLocks noGrp="1"/>
          </p:cNvSpPr>
          <p:nvPr>
            <p:ph type="pic" idx="18"/>
          </p:nvPr>
        </p:nvSpPr>
        <p:spPr>
          <a:xfrm>
            <a:off x="6820413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8" name="Google Shape;48;p5"/>
          <p:cNvSpPr txBox="1">
            <a:spLocks noGrp="1"/>
          </p:cNvSpPr>
          <p:nvPr>
            <p:ph type="subTitle" idx="19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>
            <a:spLocks noGrp="1"/>
          </p:cNvSpPr>
          <p:nvPr>
            <p:ph type="pic" idx="20"/>
          </p:nvPr>
        </p:nvSpPr>
        <p:spPr>
          <a:xfrm>
            <a:off x="1208550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" name="Google Shape;50;p5"/>
          <p:cNvSpPr txBox="1">
            <a:spLocks noGrp="1"/>
          </p:cNvSpPr>
          <p:nvPr>
            <p:ph type="subTitle" idx="21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22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23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24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25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6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27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28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- Alt 1">
  <p:cSld name="BLANK_1_1_1_1_2_3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body" idx="1"/>
          </p:nvPr>
        </p:nvSpPr>
        <p:spPr>
          <a:xfrm>
            <a:off x="6014118" y="1661825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2317068" y="1661825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-3491" y="1985350"/>
            <a:ext cx="3736169" cy="3157918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" name="Google Shape;64;p6"/>
          <p:cNvSpPr>
            <a:spLocks noGrp="1"/>
          </p:cNvSpPr>
          <p:nvPr>
            <p:ph type="pic" idx="3"/>
          </p:nvPr>
        </p:nvSpPr>
        <p:spPr>
          <a:xfrm>
            <a:off x="988450" y="2967538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65" name="Google Shape;65;p6"/>
          <p:cNvSpPr txBox="1">
            <a:spLocks noGrp="1"/>
          </p:cNvSpPr>
          <p:nvPr>
            <p:ph type="subTitle" idx="4"/>
          </p:nvPr>
        </p:nvSpPr>
        <p:spPr>
          <a:xfrm>
            <a:off x="2317068" y="2953117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subTitle" idx="5"/>
          </p:nvPr>
        </p:nvSpPr>
        <p:spPr>
          <a:xfrm>
            <a:off x="2317068" y="3283266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6"/>
          </p:nvPr>
        </p:nvSpPr>
        <p:spPr>
          <a:xfrm>
            <a:off x="2317068" y="3459387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68" name="Google Shape;68;p6"/>
          <p:cNvSpPr>
            <a:spLocks noGrp="1"/>
          </p:cNvSpPr>
          <p:nvPr>
            <p:ph type="pic" idx="7"/>
          </p:nvPr>
        </p:nvSpPr>
        <p:spPr>
          <a:xfrm>
            <a:off x="4685500" y="1169975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69" name="Google Shape;69;p6"/>
          <p:cNvSpPr txBox="1">
            <a:spLocks noGrp="1"/>
          </p:cNvSpPr>
          <p:nvPr>
            <p:ph type="subTitle" idx="8"/>
          </p:nvPr>
        </p:nvSpPr>
        <p:spPr>
          <a:xfrm>
            <a:off x="6014118" y="1155555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9"/>
          </p:nvPr>
        </p:nvSpPr>
        <p:spPr>
          <a:xfrm>
            <a:off x="6014118" y="1485704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>
            <a:spLocks noGrp="1"/>
          </p:cNvSpPr>
          <p:nvPr>
            <p:ph type="pic" idx="13"/>
          </p:nvPr>
        </p:nvSpPr>
        <p:spPr>
          <a:xfrm>
            <a:off x="4685500" y="2967538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72" name="Google Shape;72;p6"/>
          <p:cNvSpPr txBox="1">
            <a:spLocks noGrp="1"/>
          </p:cNvSpPr>
          <p:nvPr>
            <p:ph type="subTitle" idx="14"/>
          </p:nvPr>
        </p:nvSpPr>
        <p:spPr>
          <a:xfrm>
            <a:off x="6014118" y="2953117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subTitle" idx="15"/>
          </p:nvPr>
        </p:nvSpPr>
        <p:spPr>
          <a:xfrm>
            <a:off x="6014118" y="3283266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body" idx="16"/>
          </p:nvPr>
        </p:nvSpPr>
        <p:spPr>
          <a:xfrm>
            <a:off x="6014118" y="3459387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75" name="Google Shape;75;p6"/>
          <p:cNvSpPr>
            <a:spLocks noGrp="1"/>
          </p:cNvSpPr>
          <p:nvPr>
            <p:ph type="pic" idx="17"/>
          </p:nvPr>
        </p:nvSpPr>
        <p:spPr>
          <a:xfrm>
            <a:off x="988450" y="1169975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76" name="Google Shape;76;p6"/>
          <p:cNvSpPr txBox="1">
            <a:spLocks noGrp="1"/>
          </p:cNvSpPr>
          <p:nvPr>
            <p:ph type="subTitle" idx="18"/>
          </p:nvPr>
        </p:nvSpPr>
        <p:spPr>
          <a:xfrm>
            <a:off x="2317068" y="1155555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subTitle" idx="19"/>
          </p:nvPr>
        </p:nvSpPr>
        <p:spPr>
          <a:xfrm>
            <a:off x="2317068" y="1485704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8" name="Google Shape;78;p6"/>
          <p:cNvSpPr txBox="1">
            <a:spLocks noGrp="1"/>
          </p:cNvSpPr>
          <p:nvPr>
            <p:ph type="subTitle" idx="20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4">
  <p:cSld name="BLANK_1_1_1_1_2_2"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803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299656" y="0"/>
            <a:ext cx="1841902" cy="1572524"/>
          </a:xfrm>
          <a:custGeom>
            <a:avLst/>
            <a:gdLst/>
            <a:ahLst/>
            <a:cxnLst/>
            <a:rect l="l" t="t" r="r" b="b"/>
            <a:pathLst>
              <a:path w="65894" h="56257" extrusionOk="0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7">
  <p:cSld name="BLANK_1_1_1_1_2_1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 rot="5400000">
            <a:off x="-3988150" y="1153525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31" y="1985350"/>
            <a:ext cx="3736169" cy="3157918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statement">
  <p:cSld name="BLANK_1_1_1_1_1_2"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>
            <a:spLocks noGrp="1"/>
          </p:cNvSpPr>
          <p:nvPr>
            <p:ph type="body" idx="1"/>
          </p:nvPr>
        </p:nvSpPr>
        <p:spPr>
          <a:xfrm>
            <a:off x="4618950" y="1743378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title"/>
          </p:nvPr>
        </p:nvSpPr>
        <p:spPr>
          <a:xfrm>
            <a:off x="228600" y="1743378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93" name="Google Shape;93;p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4" name="Google Shape;94;p9"/>
          <p:cNvSpPr txBox="1">
            <a:spLocks noGrp="1"/>
          </p:cNvSpPr>
          <p:nvPr>
            <p:ph type="subTitle" idx="2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BLANK_1_1_1_1_1_1">
    <p:bg>
      <p:bgPr>
        <a:solidFill>
          <a:schemeClr val="accen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0"/>
          <p:cNvPicPr preferRelativeResize="0"/>
          <p:nvPr/>
        </p:nvPicPr>
        <p:blipFill rotWithShape="1">
          <a:blip r:embed="rId2">
            <a:alphaModFix/>
          </a:blip>
          <a:srcRect t="51307" r="54483"/>
          <a:stretch/>
        </p:blipFill>
        <p:spPr>
          <a:xfrm>
            <a:off x="6802800" y="-9247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 txBox="1">
            <a:spLocks noGrp="1"/>
          </p:cNvSpPr>
          <p:nvPr>
            <p:ph type="title"/>
          </p:nvPr>
        </p:nvSpPr>
        <p:spPr>
          <a:xfrm>
            <a:off x="1249050" y="1249276"/>
            <a:ext cx="6645900" cy="28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6724719" y="-48"/>
            <a:ext cx="2419360" cy="1864544"/>
          </a:xfrm>
          <a:custGeom>
            <a:avLst/>
            <a:gdLst/>
            <a:ahLst/>
            <a:cxnLst/>
            <a:rect l="l" t="t" r="r" b="b"/>
            <a:pathLst>
              <a:path w="75605" h="58267" extrusionOk="0">
                <a:moveTo>
                  <a:pt x="0" y="0"/>
                </a:moveTo>
                <a:lnTo>
                  <a:pt x="484" y="781"/>
                </a:lnTo>
                <a:lnTo>
                  <a:pt x="1340" y="2121"/>
                </a:lnTo>
                <a:lnTo>
                  <a:pt x="2382" y="3646"/>
                </a:lnTo>
                <a:lnTo>
                  <a:pt x="3572" y="5358"/>
                </a:lnTo>
                <a:lnTo>
                  <a:pt x="4949" y="7181"/>
                </a:lnTo>
                <a:lnTo>
                  <a:pt x="6512" y="9190"/>
                </a:lnTo>
                <a:lnTo>
                  <a:pt x="8297" y="11311"/>
                </a:lnTo>
                <a:lnTo>
                  <a:pt x="10269" y="13543"/>
                </a:lnTo>
                <a:lnTo>
                  <a:pt x="11348" y="14697"/>
                </a:lnTo>
                <a:lnTo>
                  <a:pt x="12465" y="15887"/>
                </a:lnTo>
                <a:lnTo>
                  <a:pt x="13767" y="17227"/>
                </a:lnTo>
                <a:lnTo>
                  <a:pt x="15106" y="18566"/>
                </a:lnTo>
                <a:lnTo>
                  <a:pt x="16483" y="19906"/>
                </a:lnTo>
                <a:lnTo>
                  <a:pt x="17897" y="21245"/>
                </a:lnTo>
                <a:lnTo>
                  <a:pt x="19348" y="22585"/>
                </a:lnTo>
                <a:lnTo>
                  <a:pt x="20799" y="23924"/>
                </a:lnTo>
                <a:lnTo>
                  <a:pt x="22325" y="25226"/>
                </a:lnTo>
                <a:lnTo>
                  <a:pt x="23887" y="26529"/>
                </a:lnTo>
                <a:lnTo>
                  <a:pt x="25450" y="27831"/>
                </a:lnTo>
                <a:lnTo>
                  <a:pt x="27050" y="29133"/>
                </a:lnTo>
                <a:lnTo>
                  <a:pt x="28724" y="30435"/>
                </a:lnTo>
                <a:lnTo>
                  <a:pt x="30398" y="31738"/>
                </a:lnTo>
                <a:lnTo>
                  <a:pt x="32110" y="33003"/>
                </a:lnTo>
                <a:lnTo>
                  <a:pt x="33822" y="34268"/>
                </a:lnTo>
                <a:lnTo>
                  <a:pt x="35607" y="35533"/>
                </a:lnTo>
                <a:lnTo>
                  <a:pt x="37393" y="36798"/>
                </a:lnTo>
                <a:lnTo>
                  <a:pt x="39514" y="38212"/>
                </a:lnTo>
                <a:lnTo>
                  <a:pt x="41635" y="39663"/>
                </a:lnTo>
                <a:lnTo>
                  <a:pt x="43830" y="41039"/>
                </a:lnTo>
                <a:lnTo>
                  <a:pt x="46063" y="42453"/>
                </a:lnTo>
                <a:lnTo>
                  <a:pt x="48295" y="43830"/>
                </a:lnTo>
                <a:lnTo>
                  <a:pt x="50602" y="45206"/>
                </a:lnTo>
                <a:lnTo>
                  <a:pt x="52946" y="46583"/>
                </a:lnTo>
                <a:lnTo>
                  <a:pt x="55327" y="47923"/>
                </a:lnTo>
                <a:lnTo>
                  <a:pt x="57746" y="49262"/>
                </a:lnTo>
                <a:lnTo>
                  <a:pt x="60164" y="50601"/>
                </a:lnTo>
                <a:lnTo>
                  <a:pt x="62657" y="51904"/>
                </a:lnTo>
                <a:lnTo>
                  <a:pt x="65187" y="53206"/>
                </a:lnTo>
                <a:lnTo>
                  <a:pt x="67717" y="54471"/>
                </a:lnTo>
                <a:lnTo>
                  <a:pt x="70322" y="55773"/>
                </a:lnTo>
                <a:lnTo>
                  <a:pt x="72963" y="57001"/>
                </a:lnTo>
                <a:lnTo>
                  <a:pt x="75605" y="58266"/>
                </a:lnTo>
                <a:lnTo>
                  <a:pt x="75605" y="57596"/>
                </a:lnTo>
                <a:lnTo>
                  <a:pt x="72963" y="56369"/>
                </a:lnTo>
                <a:lnTo>
                  <a:pt x="70396" y="55103"/>
                </a:lnTo>
                <a:lnTo>
                  <a:pt x="67829" y="53876"/>
                </a:lnTo>
                <a:lnTo>
                  <a:pt x="65299" y="52573"/>
                </a:lnTo>
                <a:lnTo>
                  <a:pt x="62806" y="51308"/>
                </a:lnTo>
                <a:lnTo>
                  <a:pt x="60350" y="50006"/>
                </a:lnTo>
                <a:lnTo>
                  <a:pt x="57894" y="48667"/>
                </a:lnTo>
                <a:lnTo>
                  <a:pt x="55513" y="47364"/>
                </a:lnTo>
                <a:lnTo>
                  <a:pt x="53169" y="46025"/>
                </a:lnTo>
                <a:lnTo>
                  <a:pt x="50862" y="44686"/>
                </a:lnTo>
                <a:lnTo>
                  <a:pt x="48593" y="43309"/>
                </a:lnTo>
                <a:lnTo>
                  <a:pt x="46360" y="41932"/>
                </a:lnTo>
                <a:lnTo>
                  <a:pt x="44128" y="40556"/>
                </a:lnTo>
                <a:lnTo>
                  <a:pt x="41970" y="39142"/>
                </a:lnTo>
                <a:lnTo>
                  <a:pt x="39849" y="37765"/>
                </a:lnTo>
                <a:lnTo>
                  <a:pt x="37765" y="36314"/>
                </a:lnTo>
                <a:lnTo>
                  <a:pt x="35980" y="35086"/>
                </a:lnTo>
                <a:lnTo>
                  <a:pt x="34231" y="33821"/>
                </a:lnTo>
                <a:lnTo>
                  <a:pt x="32482" y="32556"/>
                </a:lnTo>
                <a:lnTo>
                  <a:pt x="30771" y="31291"/>
                </a:lnTo>
                <a:lnTo>
                  <a:pt x="29133" y="29989"/>
                </a:lnTo>
                <a:lnTo>
                  <a:pt x="27459" y="28724"/>
                </a:lnTo>
                <a:lnTo>
                  <a:pt x="25859" y="27422"/>
                </a:lnTo>
                <a:lnTo>
                  <a:pt x="24297" y="26119"/>
                </a:lnTo>
                <a:lnTo>
                  <a:pt x="22771" y="24817"/>
                </a:lnTo>
                <a:lnTo>
                  <a:pt x="21246" y="23515"/>
                </a:lnTo>
                <a:lnTo>
                  <a:pt x="19757" y="22175"/>
                </a:lnTo>
                <a:lnTo>
                  <a:pt x="18343" y="20873"/>
                </a:lnTo>
                <a:lnTo>
                  <a:pt x="16930" y="19534"/>
                </a:lnTo>
                <a:lnTo>
                  <a:pt x="15553" y="18194"/>
                </a:lnTo>
                <a:lnTo>
                  <a:pt x="14213" y="16855"/>
                </a:lnTo>
                <a:lnTo>
                  <a:pt x="12911" y="15515"/>
                </a:lnTo>
                <a:lnTo>
                  <a:pt x="11795" y="14325"/>
                </a:lnTo>
                <a:lnTo>
                  <a:pt x="10753" y="13171"/>
                </a:lnTo>
                <a:lnTo>
                  <a:pt x="8781" y="10976"/>
                </a:lnTo>
                <a:lnTo>
                  <a:pt x="7032" y="8855"/>
                </a:lnTo>
                <a:lnTo>
                  <a:pt x="5470" y="6883"/>
                </a:lnTo>
                <a:lnTo>
                  <a:pt x="4093" y="5060"/>
                </a:lnTo>
                <a:lnTo>
                  <a:pt x="2902" y="3349"/>
                </a:lnTo>
                <a:lnTo>
                  <a:pt x="1861" y="1860"/>
                </a:lnTo>
                <a:lnTo>
                  <a:pt x="1005" y="484"/>
                </a:lnTo>
                <a:lnTo>
                  <a:pt x="7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0" y="3692104"/>
            <a:ext cx="2339584" cy="1451392"/>
          </a:xfrm>
          <a:custGeom>
            <a:avLst/>
            <a:gdLst/>
            <a:ahLst/>
            <a:cxnLst/>
            <a:rect l="l" t="t" r="r" b="b"/>
            <a:pathLst>
              <a:path w="73112" h="45356" extrusionOk="0">
                <a:moveTo>
                  <a:pt x="63884" y="596"/>
                </a:moveTo>
                <a:lnTo>
                  <a:pt x="64703" y="633"/>
                </a:lnTo>
                <a:lnTo>
                  <a:pt x="65484" y="745"/>
                </a:lnTo>
                <a:lnTo>
                  <a:pt x="66229" y="894"/>
                </a:lnTo>
                <a:lnTo>
                  <a:pt x="66973" y="1154"/>
                </a:lnTo>
                <a:lnTo>
                  <a:pt x="67717" y="1452"/>
                </a:lnTo>
                <a:lnTo>
                  <a:pt x="68387" y="1824"/>
                </a:lnTo>
                <a:lnTo>
                  <a:pt x="69056" y="2233"/>
                </a:lnTo>
                <a:lnTo>
                  <a:pt x="69689" y="2717"/>
                </a:lnTo>
                <a:lnTo>
                  <a:pt x="70135" y="3163"/>
                </a:lnTo>
                <a:lnTo>
                  <a:pt x="70545" y="3610"/>
                </a:lnTo>
                <a:lnTo>
                  <a:pt x="70917" y="4056"/>
                </a:lnTo>
                <a:lnTo>
                  <a:pt x="71251" y="4540"/>
                </a:lnTo>
                <a:lnTo>
                  <a:pt x="71549" y="5061"/>
                </a:lnTo>
                <a:lnTo>
                  <a:pt x="71810" y="5582"/>
                </a:lnTo>
                <a:lnTo>
                  <a:pt x="72033" y="6103"/>
                </a:lnTo>
                <a:lnTo>
                  <a:pt x="72219" y="6661"/>
                </a:lnTo>
                <a:lnTo>
                  <a:pt x="72368" y="7219"/>
                </a:lnTo>
                <a:lnTo>
                  <a:pt x="72442" y="7814"/>
                </a:lnTo>
                <a:lnTo>
                  <a:pt x="72517" y="8372"/>
                </a:lnTo>
                <a:lnTo>
                  <a:pt x="72517" y="8968"/>
                </a:lnTo>
                <a:lnTo>
                  <a:pt x="72479" y="9563"/>
                </a:lnTo>
                <a:lnTo>
                  <a:pt x="72405" y="10158"/>
                </a:lnTo>
                <a:lnTo>
                  <a:pt x="72293" y="10754"/>
                </a:lnTo>
                <a:lnTo>
                  <a:pt x="72144" y="11312"/>
                </a:lnTo>
                <a:lnTo>
                  <a:pt x="71958" y="11870"/>
                </a:lnTo>
                <a:lnTo>
                  <a:pt x="71735" y="12428"/>
                </a:lnTo>
                <a:lnTo>
                  <a:pt x="71438" y="12949"/>
                </a:lnTo>
                <a:lnTo>
                  <a:pt x="71140" y="13470"/>
                </a:lnTo>
                <a:lnTo>
                  <a:pt x="70842" y="13991"/>
                </a:lnTo>
                <a:lnTo>
                  <a:pt x="70470" y="14474"/>
                </a:lnTo>
                <a:lnTo>
                  <a:pt x="70061" y="14958"/>
                </a:lnTo>
                <a:lnTo>
                  <a:pt x="69652" y="15442"/>
                </a:lnTo>
                <a:lnTo>
                  <a:pt x="69168" y="15888"/>
                </a:lnTo>
                <a:lnTo>
                  <a:pt x="68684" y="16335"/>
                </a:lnTo>
                <a:lnTo>
                  <a:pt x="68163" y="16781"/>
                </a:lnTo>
                <a:lnTo>
                  <a:pt x="67605" y="17190"/>
                </a:lnTo>
                <a:lnTo>
                  <a:pt x="67010" y="17600"/>
                </a:lnTo>
                <a:lnTo>
                  <a:pt x="66415" y="17972"/>
                </a:lnTo>
                <a:lnTo>
                  <a:pt x="65745" y="18381"/>
                </a:lnTo>
                <a:lnTo>
                  <a:pt x="65075" y="18716"/>
                </a:lnTo>
                <a:lnTo>
                  <a:pt x="64368" y="19088"/>
                </a:lnTo>
                <a:lnTo>
                  <a:pt x="63624" y="19423"/>
                </a:lnTo>
                <a:lnTo>
                  <a:pt x="62880" y="19758"/>
                </a:lnTo>
                <a:lnTo>
                  <a:pt x="62061" y="20055"/>
                </a:lnTo>
                <a:lnTo>
                  <a:pt x="61243" y="20353"/>
                </a:lnTo>
                <a:lnTo>
                  <a:pt x="60424" y="20651"/>
                </a:lnTo>
                <a:lnTo>
                  <a:pt x="58638" y="21171"/>
                </a:lnTo>
                <a:lnTo>
                  <a:pt x="56741" y="21618"/>
                </a:lnTo>
                <a:lnTo>
                  <a:pt x="54769" y="21990"/>
                </a:lnTo>
                <a:lnTo>
                  <a:pt x="52685" y="22325"/>
                </a:lnTo>
                <a:lnTo>
                  <a:pt x="50490" y="22585"/>
                </a:lnTo>
                <a:lnTo>
                  <a:pt x="48295" y="22809"/>
                </a:lnTo>
                <a:lnTo>
                  <a:pt x="46137" y="22957"/>
                </a:lnTo>
                <a:lnTo>
                  <a:pt x="46137" y="21692"/>
                </a:lnTo>
                <a:lnTo>
                  <a:pt x="46174" y="20465"/>
                </a:lnTo>
                <a:lnTo>
                  <a:pt x="46286" y="19200"/>
                </a:lnTo>
                <a:lnTo>
                  <a:pt x="46472" y="17972"/>
                </a:lnTo>
                <a:lnTo>
                  <a:pt x="46732" y="16632"/>
                </a:lnTo>
                <a:lnTo>
                  <a:pt x="47104" y="15367"/>
                </a:lnTo>
                <a:lnTo>
                  <a:pt x="47513" y="14139"/>
                </a:lnTo>
                <a:lnTo>
                  <a:pt x="47997" y="12912"/>
                </a:lnTo>
                <a:lnTo>
                  <a:pt x="48592" y="11758"/>
                </a:lnTo>
                <a:lnTo>
                  <a:pt x="49225" y="10605"/>
                </a:lnTo>
                <a:lnTo>
                  <a:pt x="49895" y="9526"/>
                </a:lnTo>
                <a:lnTo>
                  <a:pt x="50676" y="8447"/>
                </a:lnTo>
                <a:lnTo>
                  <a:pt x="51495" y="7442"/>
                </a:lnTo>
                <a:lnTo>
                  <a:pt x="52388" y="6475"/>
                </a:lnTo>
                <a:lnTo>
                  <a:pt x="53355" y="5582"/>
                </a:lnTo>
                <a:lnTo>
                  <a:pt x="54359" y="4726"/>
                </a:lnTo>
                <a:lnTo>
                  <a:pt x="55438" y="3907"/>
                </a:lnTo>
                <a:lnTo>
                  <a:pt x="56555" y="3163"/>
                </a:lnTo>
                <a:lnTo>
                  <a:pt x="57708" y="2456"/>
                </a:lnTo>
                <a:lnTo>
                  <a:pt x="58936" y="1824"/>
                </a:lnTo>
                <a:lnTo>
                  <a:pt x="59568" y="1526"/>
                </a:lnTo>
                <a:lnTo>
                  <a:pt x="60201" y="1303"/>
                </a:lnTo>
                <a:lnTo>
                  <a:pt x="60796" y="1080"/>
                </a:lnTo>
                <a:lnTo>
                  <a:pt x="61429" y="894"/>
                </a:lnTo>
                <a:lnTo>
                  <a:pt x="62061" y="782"/>
                </a:lnTo>
                <a:lnTo>
                  <a:pt x="62657" y="670"/>
                </a:lnTo>
                <a:lnTo>
                  <a:pt x="63289" y="633"/>
                </a:lnTo>
                <a:lnTo>
                  <a:pt x="63884" y="596"/>
                </a:lnTo>
                <a:close/>
                <a:moveTo>
                  <a:pt x="64033" y="1"/>
                </a:moveTo>
                <a:lnTo>
                  <a:pt x="63289" y="38"/>
                </a:lnTo>
                <a:lnTo>
                  <a:pt x="62545" y="112"/>
                </a:lnTo>
                <a:lnTo>
                  <a:pt x="61764" y="224"/>
                </a:lnTo>
                <a:lnTo>
                  <a:pt x="60982" y="410"/>
                </a:lnTo>
                <a:lnTo>
                  <a:pt x="60238" y="633"/>
                </a:lnTo>
                <a:lnTo>
                  <a:pt x="59457" y="931"/>
                </a:lnTo>
                <a:lnTo>
                  <a:pt x="58675" y="1266"/>
                </a:lnTo>
                <a:lnTo>
                  <a:pt x="57410" y="1936"/>
                </a:lnTo>
                <a:lnTo>
                  <a:pt x="56220" y="2642"/>
                </a:lnTo>
                <a:lnTo>
                  <a:pt x="55066" y="3424"/>
                </a:lnTo>
                <a:lnTo>
                  <a:pt x="53987" y="4242"/>
                </a:lnTo>
                <a:lnTo>
                  <a:pt x="52946" y="5135"/>
                </a:lnTo>
                <a:lnTo>
                  <a:pt x="51978" y="6065"/>
                </a:lnTo>
                <a:lnTo>
                  <a:pt x="51048" y="7070"/>
                </a:lnTo>
                <a:lnTo>
                  <a:pt x="50192" y="8112"/>
                </a:lnTo>
                <a:lnTo>
                  <a:pt x="49411" y="9191"/>
                </a:lnTo>
                <a:lnTo>
                  <a:pt x="48704" y="10307"/>
                </a:lnTo>
                <a:lnTo>
                  <a:pt x="48034" y="11460"/>
                </a:lnTo>
                <a:lnTo>
                  <a:pt x="47476" y="12688"/>
                </a:lnTo>
                <a:lnTo>
                  <a:pt x="46955" y="13916"/>
                </a:lnTo>
                <a:lnTo>
                  <a:pt x="46509" y="15218"/>
                </a:lnTo>
                <a:lnTo>
                  <a:pt x="46174" y="16521"/>
                </a:lnTo>
                <a:lnTo>
                  <a:pt x="45876" y="17860"/>
                </a:lnTo>
                <a:lnTo>
                  <a:pt x="45690" y="19125"/>
                </a:lnTo>
                <a:lnTo>
                  <a:pt x="45579" y="20427"/>
                </a:lnTo>
                <a:lnTo>
                  <a:pt x="45541" y="21692"/>
                </a:lnTo>
                <a:lnTo>
                  <a:pt x="45579" y="22995"/>
                </a:lnTo>
                <a:lnTo>
                  <a:pt x="42788" y="23106"/>
                </a:lnTo>
                <a:lnTo>
                  <a:pt x="40072" y="23181"/>
                </a:lnTo>
                <a:lnTo>
                  <a:pt x="37467" y="23143"/>
                </a:lnTo>
                <a:lnTo>
                  <a:pt x="34937" y="23069"/>
                </a:lnTo>
                <a:lnTo>
                  <a:pt x="32519" y="22920"/>
                </a:lnTo>
                <a:lnTo>
                  <a:pt x="30175" y="22734"/>
                </a:lnTo>
                <a:lnTo>
                  <a:pt x="27905" y="22474"/>
                </a:lnTo>
                <a:lnTo>
                  <a:pt x="25747" y="22176"/>
                </a:lnTo>
                <a:lnTo>
                  <a:pt x="23664" y="21841"/>
                </a:lnTo>
                <a:lnTo>
                  <a:pt x="21692" y="21506"/>
                </a:lnTo>
                <a:lnTo>
                  <a:pt x="19794" y="21097"/>
                </a:lnTo>
                <a:lnTo>
                  <a:pt x="18008" y="20688"/>
                </a:lnTo>
                <a:lnTo>
                  <a:pt x="16297" y="20279"/>
                </a:lnTo>
                <a:lnTo>
                  <a:pt x="14697" y="19832"/>
                </a:lnTo>
                <a:lnTo>
                  <a:pt x="13171" y="19386"/>
                </a:lnTo>
                <a:lnTo>
                  <a:pt x="11757" y="18902"/>
                </a:lnTo>
                <a:lnTo>
                  <a:pt x="9711" y="18195"/>
                </a:lnTo>
                <a:lnTo>
                  <a:pt x="7776" y="17451"/>
                </a:lnTo>
                <a:lnTo>
                  <a:pt x="6028" y="16744"/>
                </a:lnTo>
                <a:lnTo>
                  <a:pt x="4465" y="16037"/>
                </a:lnTo>
                <a:lnTo>
                  <a:pt x="3088" y="15330"/>
                </a:lnTo>
                <a:lnTo>
                  <a:pt x="1898" y="14697"/>
                </a:lnTo>
                <a:lnTo>
                  <a:pt x="856" y="14139"/>
                </a:lnTo>
                <a:lnTo>
                  <a:pt x="0" y="13656"/>
                </a:lnTo>
                <a:lnTo>
                  <a:pt x="0" y="14325"/>
                </a:lnTo>
                <a:lnTo>
                  <a:pt x="893" y="14846"/>
                </a:lnTo>
                <a:lnTo>
                  <a:pt x="1935" y="15404"/>
                </a:lnTo>
                <a:lnTo>
                  <a:pt x="3125" y="16037"/>
                </a:lnTo>
                <a:lnTo>
                  <a:pt x="4502" y="16707"/>
                </a:lnTo>
                <a:lnTo>
                  <a:pt x="6028" y="17376"/>
                </a:lnTo>
                <a:lnTo>
                  <a:pt x="7739" y="18083"/>
                </a:lnTo>
                <a:lnTo>
                  <a:pt x="9562" y="18790"/>
                </a:lnTo>
                <a:lnTo>
                  <a:pt x="11571" y="19460"/>
                </a:lnTo>
                <a:lnTo>
                  <a:pt x="12985" y="19944"/>
                </a:lnTo>
                <a:lnTo>
                  <a:pt x="14511" y="20390"/>
                </a:lnTo>
                <a:lnTo>
                  <a:pt x="16111" y="20837"/>
                </a:lnTo>
                <a:lnTo>
                  <a:pt x="17822" y="21246"/>
                </a:lnTo>
                <a:lnTo>
                  <a:pt x="19645" y="21692"/>
                </a:lnTo>
                <a:lnTo>
                  <a:pt x="21543" y="22064"/>
                </a:lnTo>
                <a:lnTo>
                  <a:pt x="23552" y="22437"/>
                </a:lnTo>
                <a:lnTo>
                  <a:pt x="25636" y="22771"/>
                </a:lnTo>
                <a:lnTo>
                  <a:pt x="27831" y="23069"/>
                </a:lnTo>
                <a:lnTo>
                  <a:pt x="30100" y="23292"/>
                </a:lnTo>
                <a:lnTo>
                  <a:pt x="32445" y="23516"/>
                </a:lnTo>
                <a:lnTo>
                  <a:pt x="34900" y="23664"/>
                </a:lnTo>
                <a:lnTo>
                  <a:pt x="37467" y="23739"/>
                </a:lnTo>
                <a:lnTo>
                  <a:pt x="40072" y="23776"/>
                </a:lnTo>
                <a:lnTo>
                  <a:pt x="42788" y="23702"/>
                </a:lnTo>
                <a:lnTo>
                  <a:pt x="45616" y="23590"/>
                </a:lnTo>
                <a:lnTo>
                  <a:pt x="45727" y="24706"/>
                </a:lnTo>
                <a:lnTo>
                  <a:pt x="45876" y="25822"/>
                </a:lnTo>
                <a:lnTo>
                  <a:pt x="46100" y="26901"/>
                </a:lnTo>
                <a:lnTo>
                  <a:pt x="46397" y="27980"/>
                </a:lnTo>
                <a:lnTo>
                  <a:pt x="46806" y="29245"/>
                </a:lnTo>
                <a:lnTo>
                  <a:pt x="47290" y="30473"/>
                </a:lnTo>
                <a:lnTo>
                  <a:pt x="47848" y="31664"/>
                </a:lnTo>
                <a:lnTo>
                  <a:pt x="48444" y="32817"/>
                </a:lnTo>
                <a:lnTo>
                  <a:pt x="49150" y="33933"/>
                </a:lnTo>
                <a:lnTo>
                  <a:pt x="49895" y="35012"/>
                </a:lnTo>
                <a:lnTo>
                  <a:pt x="50713" y="36054"/>
                </a:lnTo>
                <a:lnTo>
                  <a:pt x="51643" y="37059"/>
                </a:lnTo>
                <a:lnTo>
                  <a:pt x="52499" y="37877"/>
                </a:lnTo>
                <a:lnTo>
                  <a:pt x="53504" y="38808"/>
                </a:lnTo>
                <a:lnTo>
                  <a:pt x="54769" y="39775"/>
                </a:lnTo>
                <a:lnTo>
                  <a:pt x="56183" y="40780"/>
                </a:lnTo>
                <a:lnTo>
                  <a:pt x="57001" y="41338"/>
                </a:lnTo>
                <a:lnTo>
                  <a:pt x="57894" y="41859"/>
                </a:lnTo>
                <a:lnTo>
                  <a:pt x="58824" y="42417"/>
                </a:lnTo>
                <a:lnTo>
                  <a:pt x="59792" y="43012"/>
                </a:lnTo>
                <a:lnTo>
                  <a:pt x="60871" y="43570"/>
                </a:lnTo>
                <a:lnTo>
                  <a:pt x="61987" y="44165"/>
                </a:lnTo>
                <a:lnTo>
                  <a:pt x="63215" y="44761"/>
                </a:lnTo>
                <a:lnTo>
                  <a:pt x="64480" y="45356"/>
                </a:lnTo>
                <a:lnTo>
                  <a:pt x="65931" y="45356"/>
                </a:lnTo>
                <a:lnTo>
                  <a:pt x="63922" y="44463"/>
                </a:lnTo>
                <a:lnTo>
                  <a:pt x="61987" y="43496"/>
                </a:lnTo>
                <a:lnTo>
                  <a:pt x="60052" y="42454"/>
                </a:lnTo>
                <a:lnTo>
                  <a:pt x="58229" y="41412"/>
                </a:lnTo>
                <a:lnTo>
                  <a:pt x="57336" y="40854"/>
                </a:lnTo>
                <a:lnTo>
                  <a:pt x="56480" y="40259"/>
                </a:lnTo>
                <a:lnTo>
                  <a:pt x="55662" y="39701"/>
                </a:lnTo>
                <a:lnTo>
                  <a:pt x="54843" y="39105"/>
                </a:lnTo>
                <a:lnTo>
                  <a:pt x="54099" y="38510"/>
                </a:lnTo>
                <a:lnTo>
                  <a:pt x="53392" y="37877"/>
                </a:lnTo>
                <a:lnTo>
                  <a:pt x="52685" y="37282"/>
                </a:lnTo>
                <a:lnTo>
                  <a:pt x="52053" y="36612"/>
                </a:lnTo>
                <a:lnTo>
                  <a:pt x="51197" y="35682"/>
                </a:lnTo>
                <a:lnTo>
                  <a:pt x="50378" y="34640"/>
                </a:lnTo>
                <a:lnTo>
                  <a:pt x="49634" y="33599"/>
                </a:lnTo>
                <a:lnTo>
                  <a:pt x="48964" y="32520"/>
                </a:lnTo>
                <a:lnTo>
                  <a:pt x="48369" y="31403"/>
                </a:lnTo>
                <a:lnTo>
                  <a:pt x="47848" y="30250"/>
                </a:lnTo>
                <a:lnTo>
                  <a:pt x="47365" y="29059"/>
                </a:lnTo>
                <a:lnTo>
                  <a:pt x="46955" y="27832"/>
                </a:lnTo>
                <a:lnTo>
                  <a:pt x="46695" y="26753"/>
                </a:lnTo>
                <a:lnTo>
                  <a:pt x="46472" y="25711"/>
                </a:lnTo>
                <a:lnTo>
                  <a:pt x="46323" y="24632"/>
                </a:lnTo>
                <a:lnTo>
                  <a:pt x="46211" y="23553"/>
                </a:lnTo>
                <a:lnTo>
                  <a:pt x="48369" y="23404"/>
                </a:lnTo>
                <a:lnTo>
                  <a:pt x="50564" y="23181"/>
                </a:lnTo>
                <a:lnTo>
                  <a:pt x="51792" y="23069"/>
                </a:lnTo>
                <a:lnTo>
                  <a:pt x="52946" y="22883"/>
                </a:lnTo>
                <a:lnTo>
                  <a:pt x="54099" y="22734"/>
                </a:lnTo>
                <a:lnTo>
                  <a:pt x="55252" y="22548"/>
                </a:lnTo>
                <a:lnTo>
                  <a:pt x="56331" y="22325"/>
                </a:lnTo>
                <a:lnTo>
                  <a:pt x="57410" y="22102"/>
                </a:lnTo>
                <a:lnTo>
                  <a:pt x="58415" y="21841"/>
                </a:lnTo>
                <a:lnTo>
                  <a:pt x="59420" y="21581"/>
                </a:lnTo>
                <a:lnTo>
                  <a:pt x="60387" y="21283"/>
                </a:lnTo>
                <a:lnTo>
                  <a:pt x="61354" y="20985"/>
                </a:lnTo>
                <a:lnTo>
                  <a:pt x="62247" y="20651"/>
                </a:lnTo>
                <a:lnTo>
                  <a:pt x="63103" y="20316"/>
                </a:lnTo>
                <a:lnTo>
                  <a:pt x="63959" y="19944"/>
                </a:lnTo>
                <a:lnTo>
                  <a:pt x="64777" y="19572"/>
                </a:lnTo>
                <a:lnTo>
                  <a:pt x="65559" y="19162"/>
                </a:lnTo>
                <a:lnTo>
                  <a:pt x="66303" y="18753"/>
                </a:lnTo>
                <a:lnTo>
                  <a:pt x="66898" y="18381"/>
                </a:lnTo>
                <a:lnTo>
                  <a:pt x="67494" y="17972"/>
                </a:lnTo>
                <a:lnTo>
                  <a:pt x="68052" y="17600"/>
                </a:lnTo>
                <a:lnTo>
                  <a:pt x="68573" y="17190"/>
                </a:lnTo>
                <a:lnTo>
                  <a:pt x="69093" y="16744"/>
                </a:lnTo>
                <a:lnTo>
                  <a:pt x="69540" y="16335"/>
                </a:lnTo>
                <a:lnTo>
                  <a:pt x="69986" y="15888"/>
                </a:lnTo>
                <a:lnTo>
                  <a:pt x="70433" y="15442"/>
                </a:lnTo>
                <a:lnTo>
                  <a:pt x="70805" y="14958"/>
                </a:lnTo>
                <a:lnTo>
                  <a:pt x="71177" y="14511"/>
                </a:lnTo>
                <a:lnTo>
                  <a:pt x="71512" y="14028"/>
                </a:lnTo>
                <a:lnTo>
                  <a:pt x="71810" y="13544"/>
                </a:lnTo>
                <a:lnTo>
                  <a:pt x="72070" y="13023"/>
                </a:lnTo>
                <a:lnTo>
                  <a:pt x="72330" y="12539"/>
                </a:lnTo>
                <a:lnTo>
                  <a:pt x="72517" y="12019"/>
                </a:lnTo>
                <a:lnTo>
                  <a:pt x="72703" y="11498"/>
                </a:lnTo>
                <a:lnTo>
                  <a:pt x="72889" y="10865"/>
                </a:lnTo>
                <a:lnTo>
                  <a:pt x="73000" y="10233"/>
                </a:lnTo>
                <a:lnTo>
                  <a:pt x="73075" y="9600"/>
                </a:lnTo>
                <a:lnTo>
                  <a:pt x="73112" y="8968"/>
                </a:lnTo>
                <a:lnTo>
                  <a:pt x="73112" y="8335"/>
                </a:lnTo>
                <a:lnTo>
                  <a:pt x="73037" y="7703"/>
                </a:lnTo>
                <a:lnTo>
                  <a:pt x="72926" y="7107"/>
                </a:lnTo>
                <a:lnTo>
                  <a:pt x="72814" y="6512"/>
                </a:lnTo>
                <a:lnTo>
                  <a:pt x="72591" y="5917"/>
                </a:lnTo>
                <a:lnTo>
                  <a:pt x="72368" y="5321"/>
                </a:lnTo>
                <a:lnTo>
                  <a:pt x="72107" y="4763"/>
                </a:lnTo>
                <a:lnTo>
                  <a:pt x="71772" y="4242"/>
                </a:lnTo>
                <a:lnTo>
                  <a:pt x="71400" y="3721"/>
                </a:lnTo>
                <a:lnTo>
                  <a:pt x="70991" y="3201"/>
                </a:lnTo>
                <a:lnTo>
                  <a:pt x="70545" y="2717"/>
                </a:lnTo>
                <a:lnTo>
                  <a:pt x="70061" y="2270"/>
                </a:lnTo>
                <a:lnTo>
                  <a:pt x="69503" y="1824"/>
                </a:lnTo>
                <a:lnTo>
                  <a:pt x="68870" y="1415"/>
                </a:lnTo>
                <a:lnTo>
                  <a:pt x="68238" y="1043"/>
                </a:lnTo>
                <a:lnTo>
                  <a:pt x="67605" y="745"/>
                </a:lnTo>
                <a:lnTo>
                  <a:pt x="66898" y="484"/>
                </a:lnTo>
                <a:lnTo>
                  <a:pt x="66229" y="298"/>
                </a:lnTo>
                <a:lnTo>
                  <a:pt x="65522" y="150"/>
                </a:lnTo>
                <a:lnTo>
                  <a:pt x="64777" y="38"/>
                </a:lnTo>
                <a:lnTo>
                  <a:pt x="6403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2">
  <p:cSld name="BLANK_1_1_1_1_1_1_1_1_1_1_1_2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/>
          <p:nvPr/>
        </p:nvSpPr>
        <p:spPr>
          <a:xfrm rot="5400000">
            <a:off x="-3989680" y="1156257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2" name="Google Shape;102;p11"/>
          <p:cNvSpPr txBox="1">
            <a:spLocks noGrp="1"/>
          </p:cNvSpPr>
          <p:nvPr>
            <p:ph type="subTitle" idx="1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subTitle" idx="2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subTitle" idx="3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ubTitle" idx="4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06" name="Google Shape;106;p11"/>
          <p:cNvSpPr txBox="1">
            <a:spLocks noGrp="1"/>
          </p:cNvSpPr>
          <p:nvPr>
            <p:ph type="subTitle" idx="5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subTitle" idx="6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pic>
        <p:nvPicPr>
          <p:cNvPr id="108" name="Google Shape;108;p11"/>
          <p:cNvPicPr preferRelativeResize="0"/>
          <p:nvPr/>
        </p:nvPicPr>
        <p:blipFill rotWithShape="1">
          <a:blip r:embed="rId2">
            <a:alphaModFix/>
          </a:blip>
          <a:srcRect l="57201" b="4753"/>
          <a:stretch/>
        </p:blipFill>
        <p:spPr>
          <a:xfrm>
            <a:off x="-2901" y="1345020"/>
            <a:ext cx="1711426" cy="38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 txBox="1">
            <a:spLocks noGrp="1"/>
          </p:cNvSpPr>
          <p:nvPr>
            <p:ph type="subTitle" idx="7"/>
          </p:nvPr>
        </p:nvSpPr>
        <p:spPr>
          <a:xfrm>
            <a:off x="3986175" y="51030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subTitle" idx="8"/>
          </p:nvPr>
        </p:nvSpPr>
        <p:spPr>
          <a:xfrm>
            <a:off x="3986175" y="120235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9"/>
          </p:nvPr>
        </p:nvSpPr>
        <p:spPr>
          <a:xfrm>
            <a:off x="3986175" y="189440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subTitle" idx="13"/>
          </p:nvPr>
        </p:nvSpPr>
        <p:spPr>
          <a:xfrm>
            <a:off x="3986175" y="258645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subTitle" idx="14"/>
          </p:nvPr>
        </p:nvSpPr>
        <p:spPr>
          <a:xfrm>
            <a:off x="3986175" y="327850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subTitle" idx="15"/>
          </p:nvPr>
        </p:nvSpPr>
        <p:spPr>
          <a:xfrm>
            <a:off x="3986175" y="397055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2926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subTitle" idx="16"/>
          </p:nvPr>
        </p:nvSpPr>
        <p:spPr>
          <a:xfrm>
            <a:off x="7851925" y="51030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subTitle" idx="17"/>
          </p:nvPr>
        </p:nvSpPr>
        <p:spPr>
          <a:xfrm>
            <a:off x="7851925" y="120235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subTitle" idx="18"/>
          </p:nvPr>
        </p:nvSpPr>
        <p:spPr>
          <a:xfrm>
            <a:off x="7851925" y="189440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ubTitle" idx="19"/>
          </p:nvPr>
        </p:nvSpPr>
        <p:spPr>
          <a:xfrm>
            <a:off x="7851925" y="258645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ubTitle" idx="20"/>
          </p:nvPr>
        </p:nvSpPr>
        <p:spPr>
          <a:xfrm>
            <a:off x="7851925" y="327850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subTitle" idx="21"/>
          </p:nvPr>
        </p:nvSpPr>
        <p:spPr>
          <a:xfrm>
            <a:off x="7851925" y="397055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23" name="Google Shape;123;p11"/>
          <p:cNvSpPr txBox="1">
            <a:spLocks noGrp="1"/>
          </p:cNvSpPr>
          <p:nvPr>
            <p:ph type="subTitle" idx="22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1">
  <p:cSld name="BLANK_1_1_1_1_1_1_1_1_1_1_1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2"/>
          <p:cNvPicPr preferRelativeResize="0"/>
          <p:nvPr/>
        </p:nvPicPr>
        <p:blipFill rotWithShape="1">
          <a:blip r:embed="rId2">
            <a:alphaModFix/>
          </a:blip>
          <a:srcRect t="21452"/>
          <a:stretch/>
        </p:blipFill>
        <p:spPr>
          <a:xfrm>
            <a:off x="4061100" y="0"/>
            <a:ext cx="4136100" cy="32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2"/>
          <p:cNvSpPr/>
          <p:nvPr/>
        </p:nvSpPr>
        <p:spPr>
          <a:xfrm rot="-5400000" flipH="1">
            <a:off x="5143020" y="1161600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4600000" y="-50"/>
            <a:ext cx="3973152" cy="5143488"/>
          </a:xfrm>
          <a:custGeom>
            <a:avLst/>
            <a:gdLst/>
            <a:ahLst/>
            <a:cxnLst/>
            <a:rect l="l" t="t" r="r" b="b"/>
            <a:pathLst>
              <a:path w="124161" h="160734" extrusionOk="0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8" name="Google Shape;128;p12"/>
          <p:cNvSpPr txBox="1">
            <a:spLocks noGrp="1"/>
          </p:cNvSpPr>
          <p:nvPr>
            <p:ph type="sldNum" idx="12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body" idx="1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2"/>
          <p:cNvSpPr>
            <a:spLocks noGrp="1"/>
          </p:cNvSpPr>
          <p:nvPr>
            <p:ph type="pic" idx="2"/>
          </p:nvPr>
        </p:nvSpPr>
        <p:spPr>
          <a:xfrm>
            <a:off x="52123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1" name="Google Shape;131;p1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7766436" y="148752"/>
            <a:ext cx="1377568" cy="2421760"/>
          </a:xfrm>
          <a:custGeom>
            <a:avLst/>
            <a:gdLst/>
            <a:ahLst/>
            <a:cxnLst/>
            <a:rect l="l" t="t" r="r" b="b"/>
            <a:pathLst>
              <a:path w="43049" h="75680" extrusionOk="0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4" name="Google Shape;134;p12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BLANK_1_1_1_1_1_1_1_1_1_1_1_1_2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3"/>
          <p:cNvPicPr preferRelativeResize="0"/>
          <p:nvPr/>
        </p:nvPicPr>
        <p:blipFill rotWithShape="1">
          <a:blip r:embed="rId2">
            <a:alphaModFix/>
          </a:blip>
          <a:srcRect b="59421"/>
          <a:stretch/>
        </p:blipFill>
        <p:spPr>
          <a:xfrm>
            <a:off x="4246500" y="3605146"/>
            <a:ext cx="3791099" cy="15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/>
          <p:nvPr/>
        </p:nvSpPr>
        <p:spPr>
          <a:xfrm rot="-5400000">
            <a:off x="5152931" y="-3996218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50000">
                <a:schemeClr val="dk2"/>
              </a:gs>
              <a:gs pos="100000">
                <a:schemeClr val="dk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 l="150" b="34692"/>
          <a:stretch/>
        </p:blipFill>
        <p:spPr>
          <a:xfrm rot="10800000">
            <a:off x="3915350" y="-2066"/>
            <a:ext cx="3992800" cy="26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/>
          <p:nvPr/>
        </p:nvSpPr>
        <p:spPr>
          <a:xfrm>
            <a:off x="4638645" y="1838308"/>
            <a:ext cx="4505344" cy="3305184"/>
          </a:xfrm>
          <a:custGeom>
            <a:avLst/>
            <a:gdLst/>
            <a:ahLst/>
            <a:cxnLst/>
            <a:rect l="l" t="t" r="r" b="b"/>
            <a:pathLst>
              <a:path w="140792" h="103287" extrusionOk="0">
                <a:moveTo>
                  <a:pt x="23664" y="596"/>
                </a:moveTo>
                <a:lnTo>
                  <a:pt x="24892" y="633"/>
                </a:lnTo>
                <a:lnTo>
                  <a:pt x="26120" y="670"/>
                </a:lnTo>
                <a:lnTo>
                  <a:pt x="27348" y="782"/>
                </a:lnTo>
                <a:lnTo>
                  <a:pt x="28576" y="931"/>
                </a:lnTo>
                <a:lnTo>
                  <a:pt x="29766" y="1117"/>
                </a:lnTo>
                <a:lnTo>
                  <a:pt x="30994" y="1340"/>
                </a:lnTo>
                <a:lnTo>
                  <a:pt x="32185" y="1600"/>
                </a:lnTo>
                <a:lnTo>
                  <a:pt x="33413" y="1898"/>
                </a:lnTo>
                <a:lnTo>
                  <a:pt x="34603" y="2233"/>
                </a:lnTo>
                <a:lnTo>
                  <a:pt x="35794" y="2642"/>
                </a:lnTo>
                <a:lnTo>
                  <a:pt x="36984" y="3051"/>
                </a:lnTo>
                <a:lnTo>
                  <a:pt x="38138" y="3498"/>
                </a:lnTo>
                <a:lnTo>
                  <a:pt x="39328" y="3982"/>
                </a:lnTo>
                <a:lnTo>
                  <a:pt x="40482" y="4503"/>
                </a:lnTo>
                <a:lnTo>
                  <a:pt x="41598" y="5098"/>
                </a:lnTo>
                <a:lnTo>
                  <a:pt x="42751" y="5693"/>
                </a:lnTo>
                <a:lnTo>
                  <a:pt x="43868" y="6326"/>
                </a:lnTo>
                <a:lnTo>
                  <a:pt x="44947" y="6995"/>
                </a:lnTo>
                <a:lnTo>
                  <a:pt x="46175" y="7777"/>
                </a:lnTo>
                <a:lnTo>
                  <a:pt x="47365" y="8633"/>
                </a:lnTo>
                <a:lnTo>
                  <a:pt x="48556" y="9526"/>
                </a:lnTo>
                <a:lnTo>
                  <a:pt x="49672" y="10418"/>
                </a:lnTo>
                <a:lnTo>
                  <a:pt x="50788" y="11386"/>
                </a:lnTo>
                <a:lnTo>
                  <a:pt x="51867" y="12353"/>
                </a:lnTo>
                <a:lnTo>
                  <a:pt x="52909" y="13395"/>
                </a:lnTo>
                <a:lnTo>
                  <a:pt x="53914" y="14474"/>
                </a:lnTo>
                <a:lnTo>
                  <a:pt x="54881" y="15553"/>
                </a:lnTo>
                <a:lnTo>
                  <a:pt x="55811" y="16706"/>
                </a:lnTo>
                <a:lnTo>
                  <a:pt x="56741" y="17860"/>
                </a:lnTo>
                <a:lnTo>
                  <a:pt x="57597" y="19050"/>
                </a:lnTo>
                <a:lnTo>
                  <a:pt x="58453" y="20316"/>
                </a:lnTo>
                <a:lnTo>
                  <a:pt x="59271" y="21581"/>
                </a:lnTo>
                <a:lnTo>
                  <a:pt x="60053" y="22883"/>
                </a:lnTo>
                <a:lnTo>
                  <a:pt x="60797" y="24222"/>
                </a:lnTo>
                <a:lnTo>
                  <a:pt x="62360" y="27310"/>
                </a:lnTo>
                <a:lnTo>
                  <a:pt x="63848" y="30324"/>
                </a:lnTo>
                <a:lnTo>
                  <a:pt x="65187" y="33264"/>
                </a:lnTo>
                <a:lnTo>
                  <a:pt x="65820" y="34752"/>
                </a:lnTo>
                <a:lnTo>
                  <a:pt x="66415" y="36166"/>
                </a:lnTo>
                <a:lnTo>
                  <a:pt x="66973" y="37617"/>
                </a:lnTo>
                <a:lnTo>
                  <a:pt x="67531" y="39031"/>
                </a:lnTo>
                <a:lnTo>
                  <a:pt x="68015" y="40444"/>
                </a:lnTo>
                <a:lnTo>
                  <a:pt x="68499" y="41821"/>
                </a:lnTo>
                <a:lnTo>
                  <a:pt x="68945" y="43198"/>
                </a:lnTo>
                <a:lnTo>
                  <a:pt x="69392" y="44574"/>
                </a:lnTo>
                <a:lnTo>
                  <a:pt x="69764" y="45951"/>
                </a:lnTo>
                <a:lnTo>
                  <a:pt x="70136" y="47291"/>
                </a:lnTo>
                <a:lnTo>
                  <a:pt x="70471" y="48630"/>
                </a:lnTo>
                <a:lnTo>
                  <a:pt x="70768" y="49969"/>
                </a:lnTo>
                <a:lnTo>
                  <a:pt x="71029" y="51309"/>
                </a:lnTo>
                <a:lnTo>
                  <a:pt x="71252" y="52611"/>
                </a:lnTo>
                <a:lnTo>
                  <a:pt x="71475" y="53913"/>
                </a:lnTo>
                <a:lnTo>
                  <a:pt x="71661" y="55216"/>
                </a:lnTo>
                <a:lnTo>
                  <a:pt x="71810" y="56518"/>
                </a:lnTo>
                <a:lnTo>
                  <a:pt x="71959" y="57783"/>
                </a:lnTo>
                <a:lnTo>
                  <a:pt x="72033" y="59048"/>
                </a:lnTo>
                <a:lnTo>
                  <a:pt x="72108" y="60350"/>
                </a:lnTo>
                <a:lnTo>
                  <a:pt x="72145" y="61578"/>
                </a:lnTo>
                <a:lnTo>
                  <a:pt x="72182" y="62843"/>
                </a:lnTo>
                <a:lnTo>
                  <a:pt x="72145" y="64108"/>
                </a:lnTo>
                <a:lnTo>
                  <a:pt x="72108" y="65336"/>
                </a:lnTo>
                <a:lnTo>
                  <a:pt x="72033" y="66601"/>
                </a:lnTo>
                <a:lnTo>
                  <a:pt x="71922" y="67829"/>
                </a:lnTo>
                <a:lnTo>
                  <a:pt x="71810" y="69057"/>
                </a:lnTo>
                <a:lnTo>
                  <a:pt x="71661" y="70284"/>
                </a:lnTo>
                <a:lnTo>
                  <a:pt x="71475" y="71512"/>
                </a:lnTo>
                <a:lnTo>
                  <a:pt x="71252" y="72703"/>
                </a:lnTo>
                <a:lnTo>
                  <a:pt x="71029" y="73931"/>
                </a:lnTo>
                <a:lnTo>
                  <a:pt x="70768" y="75121"/>
                </a:lnTo>
                <a:lnTo>
                  <a:pt x="70471" y="76349"/>
                </a:lnTo>
                <a:lnTo>
                  <a:pt x="70136" y="77540"/>
                </a:lnTo>
                <a:lnTo>
                  <a:pt x="67420" y="77205"/>
                </a:lnTo>
                <a:lnTo>
                  <a:pt x="64666" y="76758"/>
                </a:lnTo>
                <a:lnTo>
                  <a:pt x="62285" y="76312"/>
                </a:lnTo>
                <a:lnTo>
                  <a:pt x="59867" y="75828"/>
                </a:lnTo>
                <a:lnTo>
                  <a:pt x="57448" y="75307"/>
                </a:lnTo>
                <a:lnTo>
                  <a:pt x="54993" y="74675"/>
                </a:lnTo>
                <a:lnTo>
                  <a:pt x="52537" y="74042"/>
                </a:lnTo>
                <a:lnTo>
                  <a:pt x="50118" y="73335"/>
                </a:lnTo>
                <a:lnTo>
                  <a:pt x="47663" y="72591"/>
                </a:lnTo>
                <a:lnTo>
                  <a:pt x="45244" y="71810"/>
                </a:lnTo>
                <a:lnTo>
                  <a:pt x="42826" y="70954"/>
                </a:lnTo>
                <a:lnTo>
                  <a:pt x="40445" y="70098"/>
                </a:lnTo>
                <a:lnTo>
                  <a:pt x="38063" y="69168"/>
                </a:lnTo>
                <a:lnTo>
                  <a:pt x="35719" y="68201"/>
                </a:lnTo>
                <a:lnTo>
                  <a:pt x="33413" y="67196"/>
                </a:lnTo>
                <a:lnTo>
                  <a:pt x="31180" y="66154"/>
                </a:lnTo>
                <a:lnTo>
                  <a:pt x="28948" y="65113"/>
                </a:lnTo>
                <a:lnTo>
                  <a:pt x="26790" y="63996"/>
                </a:lnTo>
                <a:lnTo>
                  <a:pt x="25450" y="63290"/>
                </a:lnTo>
                <a:lnTo>
                  <a:pt x="24185" y="62545"/>
                </a:lnTo>
                <a:lnTo>
                  <a:pt x="22920" y="61801"/>
                </a:lnTo>
                <a:lnTo>
                  <a:pt x="21692" y="61020"/>
                </a:lnTo>
                <a:lnTo>
                  <a:pt x="20464" y="60201"/>
                </a:lnTo>
                <a:lnTo>
                  <a:pt x="19311" y="59383"/>
                </a:lnTo>
                <a:lnTo>
                  <a:pt x="18158" y="58564"/>
                </a:lnTo>
                <a:lnTo>
                  <a:pt x="17079" y="57709"/>
                </a:lnTo>
                <a:lnTo>
                  <a:pt x="16000" y="56816"/>
                </a:lnTo>
                <a:lnTo>
                  <a:pt x="14958" y="55923"/>
                </a:lnTo>
                <a:lnTo>
                  <a:pt x="13953" y="54992"/>
                </a:lnTo>
                <a:lnTo>
                  <a:pt x="12986" y="54062"/>
                </a:lnTo>
                <a:lnTo>
                  <a:pt x="12056" y="53095"/>
                </a:lnTo>
                <a:lnTo>
                  <a:pt x="11126" y="52127"/>
                </a:lnTo>
                <a:lnTo>
                  <a:pt x="10270" y="51123"/>
                </a:lnTo>
                <a:lnTo>
                  <a:pt x="9451" y="50118"/>
                </a:lnTo>
                <a:lnTo>
                  <a:pt x="8707" y="49188"/>
                </a:lnTo>
                <a:lnTo>
                  <a:pt x="8037" y="48258"/>
                </a:lnTo>
                <a:lnTo>
                  <a:pt x="7368" y="47328"/>
                </a:lnTo>
                <a:lnTo>
                  <a:pt x="6772" y="46360"/>
                </a:lnTo>
                <a:lnTo>
                  <a:pt x="6177" y="45430"/>
                </a:lnTo>
                <a:lnTo>
                  <a:pt x="5582" y="44426"/>
                </a:lnTo>
                <a:lnTo>
                  <a:pt x="5061" y="43458"/>
                </a:lnTo>
                <a:lnTo>
                  <a:pt x="4540" y="42454"/>
                </a:lnTo>
                <a:lnTo>
                  <a:pt x="4056" y="41449"/>
                </a:lnTo>
                <a:lnTo>
                  <a:pt x="3610" y="40444"/>
                </a:lnTo>
                <a:lnTo>
                  <a:pt x="3200" y="39403"/>
                </a:lnTo>
                <a:lnTo>
                  <a:pt x="2828" y="38361"/>
                </a:lnTo>
                <a:lnTo>
                  <a:pt x="2456" y="37319"/>
                </a:lnTo>
                <a:lnTo>
                  <a:pt x="2121" y="36277"/>
                </a:lnTo>
                <a:lnTo>
                  <a:pt x="1824" y="35198"/>
                </a:lnTo>
                <a:lnTo>
                  <a:pt x="1563" y="34119"/>
                </a:lnTo>
                <a:lnTo>
                  <a:pt x="1377" y="33264"/>
                </a:lnTo>
                <a:lnTo>
                  <a:pt x="1191" y="32371"/>
                </a:lnTo>
                <a:lnTo>
                  <a:pt x="894" y="30585"/>
                </a:lnTo>
                <a:lnTo>
                  <a:pt x="708" y="28799"/>
                </a:lnTo>
                <a:lnTo>
                  <a:pt x="596" y="27013"/>
                </a:lnTo>
                <a:lnTo>
                  <a:pt x="596" y="25227"/>
                </a:lnTo>
                <a:lnTo>
                  <a:pt x="670" y="23478"/>
                </a:lnTo>
                <a:lnTo>
                  <a:pt x="819" y="21767"/>
                </a:lnTo>
                <a:lnTo>
                  <a:pt x="1042" y="20055"/>
                </a:lnTo>
                <a:lnTo>
                  <a:pt x="1377" y="18381"/>
                </a:lnTo>
                <a:lnTo>
                  <a:pt x="1749" y="16744"/>
                </a:lnTo>
                <a:lnTo>
                  <a:pt x="2010" y="15925"/>
                </a:lnTo>
                <a:lnTo>
                  <a:pt x="2233" y="15144"/>
                </a:lnTo>
                <a:lnTo>
                  <a:pt x="2531" y="14362"/>
                </a:lnTo>
                <a:lnTo>
                  <a:pt x="2791" y="13581"/>
                </a:lnTo>
                <a:lnTo>
                  <a:pt x="3126" y="12837"/>
                </a:lnTo>
                <a:lnTo>
                  <a:pt x="3424" y="12130"/>
                </a:lnTo>
                <a:lnTo>
                  <a:pt x="3796" y="11386"/>
                </a:lnTo>
                <a:lnTo>
                  <a:pt x="4168" y="10679"/>
                </a:lnTo>
                <a:lnTo>
                  <a:pt x="4540" y="10009"/>
                </a:lnTo>
                <a:lnTo>
                  <a:pt x="4949" y="9339"/>
                </a:lnTo>
                <a:lnTo>
                  <a:pt x="5358" y="8670"/>
                </a:lnTo>
                <a:lnTo>
                  <a:pt x="5805" y="8037"/>
                </a:lnTo>
                <a:lnTo>
                  <a:pt x="6512" y="7181"/>
                </a:lnTo>
                <a:lnTo>
                  <a:pt x="7256" y="6363"/>
                </a:lnTo>
                <a:lnTo>
                  <a:pt x="8075" y="5582"/>
                </a:lnTo>
                <a:lnTo>
                  <a:pt x="8967" y="4875"/>
                </a:lnTo>
                <a:lnTo>
                  <a:pt x="9898" y="4205"/>
                </a:lnTo>
                <a:lnTo>
                  <a:pt x="10902" y="3610"/>
                </a:lnTo>
                <a:lnTo>
                  <a:pt x="11981" y="3051"/>
                </a:lnTo>
                <a:lnTo>
                  <a:pt x="13097" y="2531"/>
                </a:lnTo>
                <a:lnTo>
                  <a:pt x="14251" y="2084"/>
                </a:lnTo>
                <a:lnTo>
                  <a:pt x="15479" y="1712"/>
                </a:lnTo>
                <a:lnTo>
                  <a:pt x="16744" y="1377"/>
                </a:lnTo>
                <a:lnTo>
                  <a:pt x="18046" y="1080"/>
                </a:lnTo>
                <a:lnTo>
                  <a:pt x="19423" y="893"/>
                </a:lnTo>
                <a:lnTo>
                  <a:pt x="20799" y="707"/>
                </a:lnTo>
                <a:lnTo>
                  <a:pt x="22213" y="633"/>
                </a:lnTo>
                <a:lnTo>
                  <a:pt x="23664" y="596"/>
                </a:lnTo>
                <a:close/>
                <a:moveTo>
                  <a:pt x="22809" y="1"/>
                </a:moveTo>
                <a:lnTo>
                  <a:pt x="21209" y="112"/>
                </a:lnTo>
                <a:lnTo>
                  <a:pt x="19609" y="261"/>
                </a:lnTo>
                <a:lnTo>
                  <a:pt x="18083" y="484"/>
                </a:lnTo>
                <a:lnTo>
                  <a:pt x="16595" y="782"/>
                </a:lnTo>
                <a:lnTo>
                  <a:pt x="15181" y="1191"/>
                </a:lnTo>
                <a:lnTo>
                  <a:pt x="13804" y="1638"/>
                </a:lnTo>
                <a:lnTo>
                  <a:pt x="12502" y="2159"/>
                </a:lnTo>
                <a:lnTo>
                  <a:pt x="11870" y="2456"/>
                </a:lnTo>
                <a:lnTo>
                  <a:pt x="11237" y="2754"/>
                </a:lnTo>
                <a:lnTo>
                  <a:pt x="10642" y="3089"/>
                </a:lnTo>
                <a:lnTo>
                  <a:pt x="10084" y="3424"/>
                </a:lnTo>
                <a:lnTo>
                  <a:pt x="9488" y="3758"/>
                </a:lnTo>
                <a:lnTo>
                  <a:pt x="8967" y="4130"/>
                </a:lnTo>
                <a:lnTo>
                  <a:pt x="8447" y="4540"/>
                </a:lnTo>
                <a:lnTo>
                  <a:pt x="7926" y="4949"/>
                </a:lnTo>
                <a:lnTo>
                  <a:pt x="7442" y="5358"/>
                </a:lnTo>
                <a:lnTo>
                  <a:pt x="6996" y="5805"/>
                </a:lnTo>
                <a:lnTo>
                  <a:pt x="6549" y="6251"/>
                </a:lnTo>
                <a:lnTo>
                  <a:pt x="6103" y="6698"/>
                </a:lnTo>
                <a:lnTo>
                  <a:pt x="5730" y="7181"/>
                </a:lnTo>
                <a:lnTo>
                  <a:pt x="5321" y="7702"/>
                </a:lnTo>
                <a:lnTo>
                  <a:pt x="4912" y="8298"/>
                </a:lnTo>
                <a:lnTo>
                  <a:pt x="4503" y="8930"/>
                </a:lnTo>
                <a:lnTo>
                  <a:pt x="4093" y="9600"/>
                </a:lnTo>
                <a:lnTo>
                  <a:pt x="3721" y="10270"/>
                </a:lnTo>
                <a:lnTo>
                  <a:pt x="3349" y="10939"/>
                </a:lnTo>
                <a:lnTo>
                  <a:pt x="2977" y="11646"/>
                </a:lnTo>
                <a:lnTo>
                  <a:pt x="2680" y="12390"/>
                </a:lnTo>
                <a:lnTo>
                  <a:pt x="2345" y="13135"/>
                </a:lnTo>
                <a:lnTo>
                  <a:pt x="1787" y="14623"/>
                </a:lnTo>
                <a:lnTo>
                  <a:pt x="1303" y="16223"/>
                </a:lnTo>
                <a:lnTo>
                  <a:pt x="856" y="17823"/>
                </a:lnTo>
                <a:lnTo>
                  <a:pt x="522" y="19497"/>
                </a:lnTo>
                <a:lnTo>
                  <a:pt x="373" y="20390"/>
                </a:lnTo>
                <a:lnTo>
                  <a:pt x="261" y="21283"/>
                </a:lnTo>
                <a:lnTo>
                  <a:pt x="149" y="22213"/>
                </a:lnTo>
                <a:lnTo>
                  <a:pt x="75" y="23106"/>
                </a:lnTo>
                <a:lnTo>
                  <a:pt x="38" y="24036"/>
                </a:lnTo>
                <a:lnTo>
                  <a:pt x="1" y="24966"/>
                </a:lnTo>
                <a:lnTo>
                  <a:pt x="1" y="25897"/>
                </a:lnTo>
                <a:lnTo>
                  <a:pt x="1" y="26827"/>
                </a:lnTo>
                <a:lnTo>
                  <a:pt x="38" y="27757"/>
                </a:lnTo>
                <a:lnTo>
                  <a:pt x="112" y="28687"/>
                </a:lnTo>
                <a:lnTo>
                  <a:pt x="187" y="29617"/>
                </a:lnTo>
                <a:lnTo>
                  <a:pt x="298" y="30547"/>
                </a:lnTo>
                <a:lnTo>
                  <a:pt x="447" y="31478"/>
                </a:lnTo>
                <a:lnTo>
                  <a:pt x="596" y="32408"/>
                </a:lnTo>
                <a:lnTo>
                  <a:pt x="782" y="33338"/>
                </a:lnTo>
                <a:lnTo>
                  <a:pt x="968" y="34268"/>
                </a:lnTo>
                <a:lnTo>
                  <a:pt x="1266" y="35347"/>
                </a:lnTo>
                <a:lnTo>
                  <a:pt x="1563" y="36426"/>
                </a:lnTo>
                <a:lnTo>
                  <a:pt x="1898" y="37505"/>
                </a:lnTo>
                <a:lnTo>
                  <a:pt x="2270" y="38584"/>
                </a:lnTo>
                <a:lnTo>
                  <a:pt x="2642" y="39626"/>
                </a:lnTo>
                <a:lnTo>
                  <a:pt x="3089" y="40668"/>
                </a:lnTo>
                <a:lnTo>
                  <a:pt x="3535" y="41710"/>
                </a:lnTo>
                <a:lnTo>
                  <a:pt x="4019" y="42714"/>
                </a:lnTo>
                <a:lnTo>
                  <a:pt x="4540" y="43719"/>
                </a:lnTo>
                <a:lnTo>
                  <a:pt x="5061" y="44723"/>
                </a:lnTo>
                <a:lnTo>
                  <a:pt x="5656" y="45728"/>
                </a:lnTo>
                <a:lnTo>
                  <a:pt x="6251" y="46695"/>
                </a:lnTo>
                <a:lnTo>
                  <a:pt x="6884" y="47663"/>
                </a:lnTo>
                <a:lnTo>
                  <a:pt x="7554" y="48630"/>
                </a:lnTo>
                <a:lnTo>
                  <a:pt x="8261" y="49560"/>
                </a:lnTo>
                <a:lnTo>
                  <a:pt x="8967" y="50490"/>
                </a:lnTo>
                <a:lnTo>
                  <a:pt x="9823" y="51495"/>
                </a:lnTo>
                <a:lnTo>
                  <a:pt x="10679" y="52537"/>
                </a:lnTo>
                <a:lnTo>
                  <a:pt x="11609" y="53504"/>
                </a:lnTo>
                <a:lnTo>
                  <a:pt x="12577" y="54471"/>
                </a:lnTo>
                <a:lnTo>
                  <a:pt x="13544" y="55439"/>
                </a:lnTo>
                <a:lnTo>
                  <a:pt x="14549" y="56369"/>
                </a:lnTo>
                <a:lnTo>
                  <a:pt x="15628" y="57262"/>
                </a:lnTo>
                <a:lnTo>
                  <a:pt x="16707" y="58155"/>
                </a:lnTo>
                <a:lnTo>
                  <a:pt x="17823" y="59048"/>
                </a:lnTo>
                <a:lnTo>
                  <a:pt x="18939" y="59867"/>
                </a:lnTo>
                <a:lnTo>
                  <a:pt x="20130" y="60722"/>
                </a:lnTo>
                <a:lnTo>
                  <a:pt x="21357" y="61504"/>
                </a:lnTo>
                <a:lnTo>
                  <a:pt x="22585" y="62285"/>
                </a:lnTo>
                <a:lnTo>
                  <a:pt x="23888" y="63066"/>
                </a:lnTo>
                <a:lnTo>
                  <a:pt x="25190" y="63810"/>
                </a:lnTo>
                <a:lnTo>
                  <a:pt x="26529" y="64517"/>
                </a:lnTo>
                <a:lnTo>
                  <a:pt x="28687" y="65634"/>
                </a:lnTo>
                <a:lnTo>
                  <a:pt x="30920" y="66713"/>
                </a:lnTo>
                <a:lnTo>
                  <a:pt x="33189" y="67754"/>
                </a:lnTo>
                <a:lnTo>
                  <a:pt x="35496" y="68759"/>
                </a:lnTo>
                <a:lnTo>
                  <a:pt x="37840" y="69726"/>
                </a:lnTo>
                <a:lnTo>
                  <a:pt x="40221" y="70619"/>
                </a:lnTo>
                <a:lnTo>
                  <a:pt x="42640" y="71512"/>
                </a:lnTo>
                <a:lnTo>
                  <a:pt x="45058" y="72368"/>
                </a:lnTo>
                <a:lnTo>
                  <a:pt x="47477" y="73149"/>
                </a:lnTo>
                <a:lnTo>
                  <a:pt x="49932" y="73931"/>
                </a:lnTo>
                <a:lnTo>
                  <a:pt x="52388" y="74600"/>
                </a:lnTo>
                <a:lnTo>
                  <a:pt x="54844" y="75270"/>
                </a:lnTo>
                <a:lnTo>
                  <a:pt x="57299" y="75865"/>
                </a:lnTo>
                <a:lnTo>
                  <a:pt x="59755" y="76424"/>
                </a:lnTo>
                <a:lnTo>
                  <a:pt x="62174" y="76907"/>
                </a:lnTo>
                <a:lnTo>
                  <a:pt x="64592" y="77354"/>
                </a:lnTo>
                <a:lnTo>
                  <a:pt x="67271" y="77763"/>
                </a:lnTo>
                <a:lnTo>
                  <a:pt x="69950" y="78135"/>
                </a:lnTo>
                <a:lnTo>
                  <a:pt x="69429" y="79884"/>
                </a:lnTo>
                <a:lnTo>
                  <a:pt x="68796" y="81633"/>
                </a:lnTo>
                <a:lnTo>
                  <a:pt x="68127" y="83344"/>
                </a:lnTo>
                <a:lnTo>
                  <a:pt x="67420" y="85093"/>
                </a:lnTo>
                <a:lnTo>
                  <a:pt x="66638" y="86804"/>
                </a:lnTo>
                <a:lnTo>
                  <a:pt x="65783" y="88516"/>
                </a:lnTo>
                <a:lnTo>
                  <a:pt x="64890" y="90227"/>
                </a:lnTo>
                <a:lnTo>
                  <a:pt x="63922" y="91902"/>
                </a:lnTo>
                <a:lnTo>
                  <a:pt x="63029" y="93316"/>
                </a:lnTo>
                <a:lnTo>
                  <a:pt x="62099" y="94767"/>
                </a:lnTo>
                <a:lnTo>
                  <a:pt x="61169" y="96180"/>
                </a:lnTo>
                <a:lnTo>
                  <a:pt x="60127" y="97632"/>
                </a:lnTo>
                <a:lnTo>
                  <a:pt x="59085" y="99045"/>
                </a:lnTo>
                <a:lnTo>
                  <a:pt x="57969" y="100459"/>
                </a:lnTo>
                <a:lnTo>
                  <a:pt x="56853" y="101873"/>
                </a:lnTo>
                <a:lnTo>
                  <a:pt x="55662" y="103287"/>
                </a:lnTo>
                <a:lnTo>
                  <a:pt x="56444" y="103287"/>
                </a:lnTo>
                <a:lnTo>
                  <a:pt x="57597" y="101910"/>
                </a:lnTo>
                <a:lnTo>
                  <a:pt x="58676" y="100534"/>
                </a:lnTo>
                <a:lnTo>
                  <a:pt x="59755" y="99157"/>
                </a:lnTo>
                <a:lnTo>
                  <a:pt x="60760" y="97780"/>
                </a:lnTo>
                <a:lnTo>
                  <a:pt x="61764" y="96367"/>
                </a:lnTo>
                <a:lnTo>
                  <a:pt x="62694" y="94990"/>
                </a:lnTo>
                <a:lnTo>
                  <a:pt x="63587" y="93576"/>
                </a:lnTo>
                <a:lnTo>
                  <a:pt x="64406" y="92199"/>
                </a:lnTo>
                <a:lnTo>
                  <a:pt x="65411" y="90488"/>
                </a:lnTo>
                <a:lnTo>
                  <a:pt x="66304" y="88776"/>
                </a:lnTo>
                <a:lnTo>
                  <a:pt x="67197" y="87028"/>
                </a:lnTo>
                <a:lnTo>
                  <a:pt x="67978" y="85279"/>
                </a:lnTo>
                <a:lnTo>
                  <a:pt x="68722" y="83530"/>
                </a:lnTo>
                <a:lnTo>
                  <a:pt x="69392" y="81744"/>
                </a:lnTo>
                <a:lnTo>
                  <a:pt x="69987" y="79995"/>
                </a:lnTo>
                <a:lnTo>
                  <a:pt x="70545" y="78210"/>
                </a:lnTo>
                <a:lnTo>
                  <a:pt x="72703" y="78433"/>
                </a:lnTo>
                <a:lnTo>
                  <a:pt x="74861" y="78582"/>
                </a:lnTo>
                <a:lnTo>
                  <a:pt x="76945" y="78730"/>
                </a:lnTo>
                <a:lnTo>
                  <a:pt x="79028" y="78805"/>
                </a:lnTo>
                <a:lnTo>
                  <a:pt x="81112" y="78842"/>
                </a:lnTo>
                <a:lnTo>
                  <a:pt x="83158" y="78805"/>
                </a:lnTo>
                <a:lnTo>
                  <a:pt x="85167" y="78768"/>
                </a:lnTo>
                <a:lnTo>
                  <a:pt x="87139" y="78656"/>
                </a:lnTo>
                <a:lnTo>
                  <a:pt x="88628" y="78507"/>
                </a:lnTo>
                <a:lnTo>
                  <a:pt x="90116" y="78396"/>
                </a:lnTo>
                <a:lnTo>
                  <a:pt x="91567" y="78210"/>
                </a:lnTo>
                <a:lnTo>
                  <a:pt x="93018" y="78023"/>
                </a:lnTo>
                <a:lnTo>
                  <a:pt x="94469" y="77763"/>
                </a:lnTo>
                <a:lnTo>
                  <a:pt x="95883" y="77540"/>
                </a:lnTo>
                <a:lnTo>
                  <a:pt x="97260" y="77242"/>
                </a:lnTo>
                <a:lnTo>
                  <a:pt x="98674" y="76944"/>
                </a:lnTo>
                <a:lnTo>
                  <a:pt x="100013" y="76610"/>
                </a:lnTo>
                <a:lnTo>
                  <a:pt x="101353" y="76238"/>
                </a:lnTo>
                <a:lnTo>
                  <a:pt x="102692" y="75828"/>
                </a:lnTo>
                <a:lnTo>
                  <a:pt x="103994" y="75419"/>
                </a:lnTo>
                <a:lnTo>
                  <a:pt x="105297" y="74973"/>
                </a:lnTo>
                <a:lnTo>
                  <a:pt x="106562" y="74489"/>
                </a:lnTo>
                <a:lnTo>
                  <a:pt x="107827" y="74005"/>
                </a:lnTo>
                <a:lnTo>
                  <a:pt x="109054" y="73484"/>
                </a:lnTo>
                <a:lnTo>
                  <a:pt x="110431" y="72852"/>
                </a:lnTo>
                <a:lnTo>
                  <a:pt x="111771" y="72182"/>
                </a:lnTo>
                <a:lnTo>
                  <a:pt x="113073" y="71512"/>
                </a:lnTo>
                <a:lnTo>
                  <a:pt x="114375" y="70805"/>
                </a:lnTo>
                <a:lnTo>
                  <a:pt x="115640" y="70024"/>
                </a:lnTo>
                <a:lnTo>
                  <a:pt x="116868" y="69243"/>
                </a:lnTo>
                <a:lnTo>
                  <a:pt x="118096" y="68424"/>
                </a:lnTo>
                <a:lnTo>
                  <a:pt x="119286" y="67568"/>
                </a:lnTo>
                <a:lnTo>
                  <a:pt x="120477" y="66713"/>
                </a:lnTo>
                <a:lnTo>
                  <a:pt x="121630" y="65782"/>
                </a:lnTo>
                <a:lnTo>
                  <a:pt x="122747" y="64815"/>
                </a:lnTo>
                <a:lnTo>
                  <a:pt x="123863" y="63848"/>
                </a:lnTo>
                <a:lnTo>
                  <a:pt x="124905" y="62843"/>
                </a:lnTo>
                <a:lnTo>
                  <a:pt x="125984" y="61801"/>
                </a:lnTo>
                <a:lnTo>
                  <a:pt x="126988" y="60685"/>
                </a:lnTo>
                <a:lnTo>
                  <a:pt x="127993" y="59606"/>
                </a:lnTo>
                <a:lnTo>
                  <a:pt x="128997" y="58453"/>
                </a:lnTo>
                <a:lnTo>
                  <a:pt x="129928" y="57262"/>
                </a:lnTo>
                <a:lnTo>
                  <a:pt x="130895" y="56071"/>
                </a:lnTo>
                <a:lnTo>
                  <a:pt x="131788" y="54806"/>
                </a:lnTo>
                <a:lnTo>
                  <a:pt x="132681" y="53541"/>
                </a:lnTo>
                <a:lnTo>
                  <a:pt x="133537" y="52239"/>
                </a:lnTo>
                <a:lnTo>
                  <a:pt x="134355" y="50900"/>
                </a:lnTo>
                <a:lnTo>
                  <a:pt x="135174" y="49523"/>
                </a:lnTo>
                <a:lnTo>
                  <a:pt x="135955" y="48109"/>
                </a:lnTo>
                <a:lnTo>
                  <a:pt x="136736" y="46695"/>
                </a:lnTo>
                <a:lnTo>
                  <a:pt x="137481" y="45207"/>
                </a:lnTo>
                <a:lnTo>
                  <a:pt x="138188" y="43719"/>
                </a:lnTo>
                <a:lnTo>
                  <a:pt x="138857" y="42193"/>
                </a:lnTo>
                <a:lnTo>
                  <a:pt x="139527" y="40631"/>
                </a:lnTo>
                <a:lnTo>
                  <a:pt x="140159" y="39031"/>
                </a:lnTo>
                <a:lnTo>
                  <a:pt x="140792" y="37431"/>
                </a:lnTo>
                <a:lnTo>
                  <a:pt x="140792" y="35645"/>
                </a:lnTo>
                <a:lnTo>
                  <a:pt x="140197" y="37319"/>
                </a:lnTo>
                <a:lnTo>
                  <a:pt x="139564" y="38993"/>
                </a:lnTo>
                <a:lnTo>
                  <a:pt x="138894" y="40631"/>
                </a:lnTo>
                <a:lnTo>
                  <a:pt x="138225" y="42193"/>
                </a:lnTo>
                <a:lnTo>
                  <a:pt x="137518" y="43756"/>
                </a:lnTo>
                <a:lnTo>
                  <a:pt x="136774" y="45281"/>
                </a:lnTo>
                <a:lnTo>
                  <a:pt x="136030" y="46770"/>
                </a:lnTo>
                <a:lnTo>
                  <a:pt x="135248" y="48221"/>
                </a:lnTo>
                <a:lnTo>
                  <a:pt x="134430" y="49635"/>
                </a:lnTo>
                <a:lnTo>
                  <a:pt x="133574" y="51048"/>
                </a:lnTo>
                <a:lnTo>
                  <a:pt x="132718" y="52388"/>
                </a:lnTo>
                <a:lnTo>
                  <a:pt x="131825" y="53690"/>
                </a:lnTo>
                <a:lnTo>
                  <a:pt x="130932" y="54992"/>
                </a:lnTo>
                <a:lnTo>
                  <a:pt x="130002" y="56257"/>
                </a:lnTo>
                <a:lnTo>
                  <a:pt x="129035" y="57448"/>
                </a:lnTo>
                <a:lnTo>
                  <a:pt x="128030" y="58639"/>
                </a:lnTo>
                <a:lnTo>
                  <a:pt x="127025" y="59792"/>
                </a:lnTo>
                <a:lnTo>
                  <a:pt x="125984" y="60908"/>
                </a:lnTo>
                <a:lnTo>
                  <a:pt x="124905" y="61987"/>
                </a:lnTo>
                <a:lnTo>
                  <a:pt x="123826" y="63029"/>
                </a:lnTo>
                <a:lnTo>
                  <a:pt x="122709" y="64071"/>
                </a:lnTo>
                <a:lnTo>
                  <a:pt x="121593" y="65038"/>
                </a:lnTo>
                <a:lnTo>
                  <a:pt x="120403" y="65968"/>
                </a:lnTo>
                <a:lnTo>
                  <a:pt x="119212" y="66899"/>
                </a:lnTo>
                <a:lnTo>
                  <a:pt x="118021" y="67754"/>
                </a:lnTo>
                <a:lnTo>
                  <a:pt x="116793" y="68610"/>
                </a:lnTo>
                <a:lnTo>
                  <a:pt x="115528" y="69429"/>
                </a:lnTo>
                <a:lnTo>
                  <a:pt x="114226" y="70173"/>
                </a:lnTo>
                <a:lnTo>
                  <a:pt x="112924" y="70917"/>
                </a:lnTo>
                <a:lnTo>
                  <a:pt x="111584" y="71624"/>
                </a:lnTo>
                <a:lnTo>
                  <a:pt x="110208" y="72294"/>
                </a:lnTo>
                <a:lnTo>
                  <a:pt x="108831" y="72926"/>
                </a:lnTo>
                <a:lnTo>
                  <a:pt x="107603" y="73447"/>
                </a:lnTo>
                <a:lnTo>
                  <a:pt x="106376" y="73931"/>
                </a:lnTo>
                <a:lnTo>
                  <a:pt x="105110" y="74414"/>
                </a:lnTo>
                <a:lnTo>
                  <a:pt x="103808" y="74861"/>
                </a:lnTo>
                <a:lnTo>
                  <a:pt x="102506" y="75270"/>
                </a:lnTo>
                <a:lnTo>
                  <a:pt x="101204" y="75642"/>
                </a:lnTo>
                <a:lnTo>
                  <a:pt x="99864" y="76014"/>
                </a:lnTo>
                <a:lnTo>
                  <a:pt x="98525" y="76349"/>
                </a:lnTo>
                <a:lnTo>
                  <a:pt x="97148" y="76647"/>
                </a:lnTo>
                <a:lnTo>
                  <a:pt x="95772" y="76944"/>
                </a:lnTo>
                <a:lnTo>
                  <a:pt x="94358" y="77205"/>
                </a:lnTo>
                <a:lnTo>
                  <a:pt x="92944" y="77428"/>
                </a:lnTo>
                <a:lnTo>
                  <a:pt x="91493" y="77614"/>
                </a:lnTo>
                <a:lnTo>
                  <a:pt x="90042" y="77800"/>
                </a:lnTo>
                <a:lnTo>
                  <a:pt x="88591" y="77949"/>
                </a:lnTo>
                <a:lnTo>
                  <a:pt x="87102" y="78061"/>
                </a:lnTo>
                <a:lnTo>
                  <a:pt x="85130" y="78172"/>
                </a:lnTo>
                <a:lnTo>
                  <a:pt x="83158" y="78210"/>
                </a:lnTo>
                <a:lnTo>
                  <a:pt x="81149" y="78247"/>
                </a:lnTo>
                <a:lnTo>
                  <a:pt x="79103" y="78210"/>
                </a:lnTo>
                <a:lnTo>
                  <a:pt x="77056" y="78135"/>
                </a:lnTo>
                <a:lnTo>
                  <a:pt x="74973" y="77986"/>
                </a:lnTo>
                <a:lnTo>
                  <a:pt x="72852" y="77837"/>
                </a:lnTo>
                <a:lnTo>
                  <a:pt x="70731" y="77614"/>
                </a:lnTo>
                <a:lnTo>
                  <a:pt x="71066" y="76424"/>
                </a:lnTo>
                <a:lnTo>
                  <a:pt x="71364" y="75196"/>
                </a:lnTo>
                <a:lnTo>
                  <a:pt x="71624" y="74005"/>
                </a:lnTo>
                <a:lnTo>
                  <a:pt x="71847" y="72777"/>
                </a:lnTo>
                <a:lnTo>
                  <a:pt x="72071" y="71549"/>
                </a:lnTo>
                <a:lnTo>
                  <a:pt x="72257" y="70322"/>
                </a:lnTo>
                <a:lnTo>
                  <a:pt x="72405" y="69131"/>
                </a:lnTo>
                <a:lnTo>
                  <a:pt x="72517" y="67903"/>
                </a:lnTo>
                <a:lnTo>
                  <a:pt x="72629" y="66489"/>
                </a:lnTo>
                <a:lnTo>
                  <a:pt x="72703" y="65113"/>
                </a:lnTo>
                <a:lnTo>
                  <a:pt x="72778" y="63736"/>
                </a:lnTo>
                <a:lnTo>
                  <a:pt x="72778" y="62322"/>
                </a:lnTo>
                <a:lnTo>
                  <a:pt x="72740" y="60946"/>
                </a:lnTo>
                <a:lnTo>
                  <a:pt x="72666" y="59532"/>
                </a:lnTo>
                <a:lnTo>
                  <a:pt x="72592" y="58118"/>
                </a:lnTo>
                <a:lnTo>
                  <a:pt x="72443" y="56704"/>
                </a:lnTo>
                <a:lnTo>
                  <a:pt x="72294" y="55253"/>
                </a:lnTo>
                <a:lnTo>
                  <a:pt x="72071" y="53839"/>
                </a:lnTo>
                <a:lnTo>
                  <a:pt x="71847" y="52388"/>
                </a:lnTo>
                <a:lnTo>
                  <a:pt x="71587" y="50937"/>
                </a:lnTo>
                <a:lnTo>
                  <a:pt x="71252" y="49486"/>
                </a:lnTo>
                <a:lnTo>
                  <a:pt x="70917" y="47997"/>
                </a:lnTo>
                <a:lnTo>
                  <a:pt x="70545" y="46509"/>
                </a:lnTo>
                <a:lnTo>
                  <a:pt x="70136" y="45021"/>
                </a:lnTo>
                <a:lnTo>
                  <a:pt x="69392" y="42565"/>
                </a:lnTo>
                <a:lnTo>
                  <a:pt x="68536" y="40035"/>
                </a:lnTo>
                <a:lnTo>
                  <a:pt x="67606" y="37505"/>
                </a:lnTo>
                <a:lnTo>
                  <a:pt x="66564" y="34901"/>
                </a:lnTo>
                <a:lnTo>
                  <a:pt x="65411" y="32259"/>
                </a:lnTo>
                <a:lnTo>
                  <a:pt x="64146" y="29543"/>
                </a:lnTo>
                <a:lnTo>
                  <a:pt x="62769" y="26790"/>
                </a:lnTo>
                <a:lnTo>
                  <a:pt x="61318" y="23962"/>
                </a:lnTo>
                <a:lnTo>
                  <a:pt x="60536" y="22585"/>
                </a:lnTo>
                <a:lnTo>
                  <a:pt x="59755" y="21283"/>
                </a:lnTo>
                <a:lnTo>
                  <a:pt x="58937" y="19981"/>
                </a:lnTo>
                <a:lnTo>
                  <a:pt x="58081" y="18716"/>
                </a:lnTo>
                <a:lnTo>
                  <a:pt x="57188" y="17488"/>
                </a:lnTo>
                <a:lnTo>
                  <a:pt x="56295" y="16334"/>
                </a:lnTo>
                <a:lnTo>
                  <a:pt x="55327" y="15181"/>
                </a:lnTo>
                <a:lnTo>
                  <a:pt x="54323" y="14065"/>
                </a:lnTo>
                <a:lnTo>
                  <a:pt x="53318" y="12986"/>
                </a:lnTo>
                <a:lnTo>
                  <a:pt x="52276" y="11944"/>
                </a:lnTo>
                <a:lnTo>
                  <a:pt x="51160" y="10939"/>
                </a:lnTo>
                <a:lnTo>
                  <a:pt x="50044" y="9972"/>
                </a:lnTo>
                <a:lnTo>
                  <a:pt x="48891" y="9042"/>
                </a:lnTo>
                <a:lnTo>
                  <a:pt x="47737" y="8149"/>
                </a:lnTo>
                <a:lnTo>
                  <a:pt x="46509" y="7293"/>
                </a:lnTo>
                <a:lnTo>
                  <a:pt x="45282" y="6475"/>
                </a:lnTo>
                <a:lnTo>
                  <a:pt x="44165" y="5805"/>
                </a:lnTo>
                <a:lnTo>
                  <a:pt x="43012" y="5172"/>
                </a:lnTo>
                <a:lnTo>
                  <a:pt x="41896" y="4540"/>
                </a:lnTo>
                <a:lnTo>
                  <a:pt x="40705" y="3982"/>
                </a:lnTo>
                <a:lnTo>
                  <a:pt x="39552" y="3461"/>
                </a:lnTo>
                <a:lnTo>
                  <a:pt x="38361" y="2940"/>
                </a:lnTo>
                <a:lnTo>
                  <a:pt x="37170" y="2493"/>
                </a:lnTo>
                <a:lnTo>
                  <a:pt x="35980" y="2047"/>
                </a:lnTo>
                <a:lnTo>
                  <a:pt x="34752" y="1675"/>
                </a:lnTo>
                <a:lnTo>
                  <a:pt x="33561" y="1340"/>
                </a:lnTo>
                <a:lnTo>
                  <a:pt x="32334" y="1042"/>
                </a:lnTo>
                <a:lnTo>
                  <a:pt x="31106" y="745"/>
                </a:lnTo>
                <a:lnTo>
                  <a:pt x="29878" y="521"/>
                </a:lnTo>
                <a:lnTo>
                  <a:pt x="28650" y="335"/>
                </a:lnTo>
                <a:lnTo>
                  <a:pt x="27385" y="187"/>
                </a:lnTo>
                <a:lnTo>
                  <a:pt x="26157" y="75"/>
                </a:lnTo>
                <a:lnTo>
                  <a:pt x="24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sldNum" idx="12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1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142" name="Google Shape;142;p13"/>
          <p:cNvSpPr>
            <a:spLocks noGrp="1"/>
          </p:cNvSpPr>
          <p:nvPr>
            <p:ph type="pic" idx="2"/>
          </p:nvPr>
        </p:nvSpPr>
        <p:spPr>
          <a:xfrm>
            <a:off x="52123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3" name="Google Shape;143;p1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7305660" y="0"/>
            <a:ext cx="1838336" cy="1509728"/>
          </a:xfrm>
          <a:custGeom>
            <a:avLst/>
            <a:gdLst/>
            <a:ahLst/>
            <a:cxnLst/>
            <a:rect l="l" t="t" r="r" b="b"/>
            <a:pathLst>
              <a:path w="57448" h="47179" extrusionOk="0">
                <a:moveTo>
                  <a:pt x="0" y="0"/>
                </a:moveTo>
                <a:lnTo>
                  <a:pt x="2456" y="1005"/>
                </a:lnTo>
                <a:lnTo>
                  <a:pt x="5023" y="2084"/>
                </a:lnTo>
                <a:lnTo>
                  <a:pt x="7665" y="3237"/>
                </a:lnTo>
                <a:lnTo>
                  <a:pt x="10344" y="4502"/>
                </a:lnTo>
                <a:lnTo>
                  <a:pt x="13693" y="6139"/>
                </a:lnTo>
                <a:lnTo>
                  <a:pt x="16930" y="7813"/>
                </a:lnTo>
                <a:lnTo>
                  <a:pt x="18492" y="8669"/>
                </a:lnTo>
                <a:lnTo>
                  <a:pt x="20055" y="9525"/>
                </a:lnTo>
                <a:lnTo>
                  <a:pt x="21580" y="10418"/>
                </a:lnTo>
                <a:lnTo>
                  <a:pt x="23106" y="11311"/>
                </a:lnTo>
                <a:lnTo>
                  <a:pt x="24557" y="12204"/>
                </a:lnTo>
                <a:lnTo>
                  <a:pt x="26045" y="13134"/>
                </a:lnTo>
                <a:lnTo>
                  <a:pt x="27459" y="14064"/>
                </a:lnTo>
                <a:lnTo>
                  <a:pt x="28873" y="14994"/>
                </a:lnTo>
                <a:lnTo>
                  <a:pt x="30250" y="15962"/>
                </a:lnTo>
                <a:lnTo>
                  <a:pt x="31589" y="16929"/>
                </a:lnTo>
                <a:lnTo>
                  <a:pt x="32891" y="17897"/>
                </a:lnTo>
                <a:lnTo>
                  <a:pt x="34194" y="18864"/>
                </a:lnTo>
                <a:lnTo>
                  <a:pt x="35756" y="20092"/>
                </a:lnTo>
                <a:lnTo>
                  <a:pt x="37319" y="21357"/>
                </a:lnTo>
                <a:lnTo>
                  <a:pt x="38807" y="22622"/>
                </a:lnTo>
                <a:lnTo>
                  <a:pt x="40221" y="23924"/>
                </a:lnTo>
                <a:lnTo>
                  <a:pt x="41635" y="25226"/>
                </a:lnTo>
                <a:lnTo>
                  <a:pt x="42974" y="26529"/>
                </a:lnTo>
                <a:lnTo>
                  <a:pt x="44277" y="27868"/>
                </a:lnTo>
                <a:lnTo>
                  <a:pt x="45542" y="29207"/>
                </a:lnTo>
                <a:lnTo>
                  <a:pt x="46770" y="30547"/>
                </a:lnTo>
                <a:lnTo>
                  <a:pt x="47960" y="31924"/>
                </a:lnTo>
                <a:lnTo>
                  <a:pt x="49076" y="33300"/>
                </a:lnTo>
                <a:lnTo>
                  <a:pt x="50155" y="34714"/>
                </a:lnTo>
                <a:lnTo>
                  <a:pt x="51160" y="36128"/>
                </a:lnTo>
                <a:lnTo>
                  <a:pt x="52165" y="37542"/>
                </a:lnTo>
                <a:lnTo>
                  <a:pt x="53095" y="38993"/>
                </a:lnTo>
                <a:lnTo>
                  <a:pt x="53988" y="40407"/>
                </a:lnTo>
                <a:lnTo>
                  <a:pt x="54955" y="42081"/>
                </a:lnTo>
                <a:lnTo>
                  <a:pt x="55848" y="43755"/>
                </a:lnTo>
                <a:lnTo>
                  <a:pt x="56667" y="45467"/>
                </a:lnTo>
                <a:lnTo>
                  <a:pt x="57448" y="47178"/>
                </a:lnTo>
                <a:lnTo>
                  <a:pt x="57448" y="45727"/>
                </a:lnTo>
                <a:lnTo>
                  <a:pt x="56778" y="44313"/>
                </a:lnTo>
                <a:lnTo>
                  <a:pt x="56071" y="42900"/>
                </a:lnTo>
                <a:lnTo>
                  <a:pt x="55290" y="41486"/>
                </a:lnTo>
                <a:lnTo>
                  <a:pt x="54509" y="40109"/>
                </a:lnTo>
                <a:lnTo>
                  <a:pt x="53616" y="38658"/>
                </a:lnTo>
                <a:lnTo>
                  <a:pt x="52648" y="37207"/>
                </a:lnTo>
                <a:lnTo>
                  <a:pt x="51681" y="35793"/>
                </a:lnTo>
                <a:lnTo>
                  <a:pt x="50639" y="34342"/>
                </a:lnTo>
                <a:lnTo>
                  <a:pt x="49523" y="32965"/>
                </a:lnTo>
                <a:lnTo>
                  <a:pt x="48407" y="31551"/>
                </a:lnTo>
                <a:lnTo>
                  <a:pt x="47216" y="30175"/>
                </a:lnTo>
                <a:lnTo>
                  <a:pt x="45988" y="28798"/>
                </a:lnTo>
                <a:lnTo>
                  <a:pt x="44723" y="27459"/>
                </a:lnTo>
                <a:lnTo>
                  <a:pt x="43421" y="26119"/>
                </a:lnTo>
                <a:lnTo>
                  <a:pt x="42044" y="24780"/>
                </a:lnTo>
                <a:lnTo>
                  <a:pt x="40630" y="23478"/>
                </a:lnTo>
                <a:lnTo>
                  <a:pt x="39179" y="22175"/>
                </a:lnTo>
                <a:lnTo>
                  <a:pt x="37691" y="20910"/>
                </a:lnTo>
                <a:lnTo>
                  <a:pt x="36128" y="19645"/>
                </a:lnTo>
                <a:lnTo>
                  <a:pt x="34566" y="18380"/>
                </a:lnTo>
                <a:lnTo>
                  <a:pt x="33263" y="17413"/>
                </a:lnTo>
                <a:lnTo>
                  <a:pt x="31924" y="16445"/>
                </a:lnTo>
                <a:lnTo>
                  <a:pt x="30585" y="15478"/>
                </a:lnTo>
                <a:lnTo>
                  <a:pt x="29208" y="14511"/>
                </a:lnTo>
                <a:lnTo>
                  <a:pt x="27794" y="13581"/>
                </a:lnTo>
                <a:lnTo>
                  <a:pt x="26343" y="12650"/>
                </a:lnTo>
                <a:lnTo>
                  <a:pt x="24892" y="11720"/>
                </a:lnTo>
                <a:lnTo>
                  <a:pt x="23404" y="10790"/>
                </a:lnTo>
                <a:lnTo>
                  <a:pt x="21878" y="9897"/>
                </a:lnTo>
                <a:lnTo>
                  <a:pt x="20353" y="9004"/>
                </a:lnTo>
                <a:lnTo>
                  <a:pt x="18790" y="8148"/>
                </a:lnTo>
                <a:lnTo>
                  <a:pt x="17190" y="7293"/>
                </a:lnTo>
                <a:lnTo>
                  <a:pt x="13953" y="5581"/>
                </a:lnTo>
                <a:lnTo>
                  <a:pt x="10604" y="3944"/>
                </a:lnTo>
                <a:lnTo>
                  <a:pt x="8298" y="2865"/>
                </a:lnTo>
                <a:lnTo>
                  <a:pt x="5991" y="1860"/>
                </a:lnTo>
                <a:lnTo>
                  <a:pt x="3758" y="893"/>
                </a:lnTo>
                <a:lnTo>
                  <a:pt x="160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3">
  <p:cSld name="BLANK_1_1_1_1_1_1_1_1_1_1_1_1_2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4"/>
          <p:cNvPicPr preferRelativeResize="0"/>
          <p:nvPr/>
        </p:nvPicPr>
        <p:blipFill rotWithShape="1">
          <a:blip r:embed="rId2">
            <a:alphaModFix/>
          </a:blip>
          <a:srcRect t="23213"/>
          <a:stretch/>
        </p:blipFill>
        <p:spPr>
          <a:xfrm>
            <a:off x="1618675" y="-3"/>
            <a:ext cx="3241201" cy="24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 rot="5400000">
            <a:off x="-3986651" y="1159982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r="37757"/>
          <a:stretch/>
        </p:blipFill>
        <p:spPr>
          <a:xfrm rot="10800000">
            <a:off x="0" y="921550"/>
            <a:ext cx="2485250" cy="39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>
            <a:spLocks noGrp="1"/>
          </p:cNvSpPr>
          <p:nvPr>
            <p:ph type="sldNum" idx="12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14"/>
          <p:cNvSpPr txBox="1">
            <a:spLocks noGrp="1"/>
          </p:cNvSpPr>
          <p:nvPr>
            <p:ph type="body" idx="1"/>
          </p:nvPr>
        </p:nvSpPr>
        <p:spPr>
          <a:xfrm>
            <a:off x="461895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153" name="Google Shape;153;p14"/>
          <p:cNvSpPr txBox="1">
            <a:spLocks noGrp="1"/>
          </p:cNvSpPr>
          <p:nvPr>
            <p:ph type="title"/>
          </p:nvPr>
        </p:nvSpPr>
        <p:spPr>
          <a:xfrm>
            <a:off x="461895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0" y="0"/>
            <a:ext cx="4296549" cy="4588647"/>
          </a:xfrm>
          <a:custGeom>
            <a:avLst/>
            <a:gdLst/>
            <a:ahLst/>
            <a:cxnLst/>
            <a:rect l="l" t="t" r="r" b="b"/>
            <a:pathLst>
              <a:path w="136811" h="146112" extrusionOk="0">
                <a:moveTo>
                  <a:pt x="90636" y="0"/>
                </a:moveTo>
                <a:lnTo>
                  <a:pt x="92199" y="446"/>
                </a:lnTo>
                <a:lnTo>
                  <a:pt x="93799" y="930"/>
                </a:lnTo>
                <a:lnTo>
                  <a:pt x="95324" y="1488"/>
                </a:lnTo>
                <a:lnTo>
                  <a:pt x="96887" y="2046"/>
                </a:lnTo>
                <a:lnTo>
                  <a:pt x="98413" y="2679"/>
                </a:lnTo>
                <a:lnTo>
                  <a:pt x="99938" y="3349"/>
                </a:lnTo>
                <a:lnTo>
                  <a:pt x="101426" y="4093"/>
                </a:lnTo>
                <a:lnTo>
                  <a:pt x="102915" y="4874"/>
                </a:lnTo>
                <a:lnTo>
                  <a:pt x="104849" y="5953"/>
                </a:lnTo>
                <a:lnTo>
                  <a:pt x="106747" y="7032"/>
                </a:lnTo>
                <a:lnTo>
                  <a:pt x="108570" y="8186"/>
                </a:lnTo>
                <a:lnTo>
                  <a:pt x="110356" y="9339"/>
                </a:lnTo>
                <a:lnTo>
                  <a:pt x="112105" y="10530"/>
                </a:lnTo>
                <a:lnTo>
                  <a:pt x="113742" y="11757"/>
                </a:lnTo>
                <a:lnTo>
                  <a:pt x="115379" y="13022"/>
                </a:lnTo>
                <a:lnTo>
                  <a:pt x="116904" y="14287"/>
                </a:lnTo>
                <a:lnTo>
                  <a:pt x="118430" y="15627"/>
                </a:lnTo>
                <a:lnTo>
                  <a:pt x="119844" y="16966"/>
                </a:lnTo>
                <a:lnTo>
                  <a:pt x="121258" y="18306"/>
                </a:lnTo>
                <a:lnTo>
                  <a:pt x="122560" y="19720"/>
                </a:lnTo>
                <a:lnTo>
                  <a:pt x="123825" y="21134"/>
                </a:lnTo>
                <a:lnTo>
                  <a:pt x="125053" y="22585"/>
                </a:lnTo>
                <a:lnTo>
                  <a:pt x="126169" y="24036"/>
                </a:lnTo>
                <a:lnTo>
                  <a:pt x="127285" y="25524"/>
                </a:lnTo>
                <a:lnTo>
                  <a:pt x="128215" y="26938"/>
                </a:lnTo>
                <a:lnTo>
                  <a:pt x="129108" y="28389"/>
                </a:lnTo>
                <a:lnTo>
                  <a:pt x="129964" y="29803"/>
                </a:lnTo>
                <a:lnTo>
                  <a:pt x="130746" y="31291"/>
                </a:lnTo>
                <a:lnTo>
                  <a:pt x="131490" y="32742"/>
                </a:lnTo>
                <a:lnTo>
                  <a:pt x="132197" y="34268"/>
                </a:lnTo>
                <a:lnTo>
                  <a:pt x="132829" y="35756"/>
                </a:lnTo>
                <a:lnTo>
                  <a:pt x="133387" y="37281"/>
                </a:lnTo>
                <a:lnTo>
                  <a:pt x="133908" y="38844"/>
                </a:lnTo>
                <a:lnTo>
                  <a:pt x="134392" y="40407"/>
                </a:lnTo>
                <a:lnTo>
                  <a:pt x="134801" y="41969"/>
                </a:lnTo>
                <a:lnTo>
                  <a:pt x="135173" y="43569"/>
                </a:lnTo>
                <a:lnTo>
                  <a:pt x="135471" y="45169"/>
                </a:lnTo>
                <a:lnTo>
                  <a:pt x="135731" y="46806"/>
                </a:lnTo>
                <a:lnTo>
                  <a:pt x="135955" y="48443"/>
                </a:lnTo>
                <a:lnTo>
                  <a:pt x="136066" y="50081"/>
                </a:lnTo>
                <a:lnTo>
                  <a:pt x="136178" y="52015"/>
                </a:lnTo>
                <a:lnTo>
                  <a:pt x="136215" y="53987"/>
                </a:lnTo>
                <a:lnTo>
                  <a:pt x="136141" y="55959"/>
                </a:lnTo>
                <a:lnTo>
                  <a:pt x="136029" y="57931"/>
                </a:lnTo>
                <a:lnTo>
                  <a:pt x="135806" y="59903"/>
                </a:lnTo>
                <a:lnTo>
                  <a:pt x="135545" y="61875"/>
                </a:lnTo>
                <a:lnTo>
                  <a:pt x="135173" y="63847"/>
                </a:lnTo>
                <a:lnTo>
                  <a:pt x="134764" y="65856"/>
                </a:lnTo>
                <a:lnTo>
                  <a:pt x="134243" y="67828"/>
                </a:lnTo>
                <a:lnTo>
                  <a:pt x="133685" y="69800"/>
                </a:lnTo>
                <a:lnTo>
                  <a:pt x="133052" y="71809"/>
                </a:lnTo>
                <a:lnTo>
                  <a:pt x="132308" y="73781"/>
                </a:lnTo>
                <a:lnTo>
                  <a:pt x="131527" y="75753"/>
                </a:lnTo>
                <a:lnTo>
                  <a:pt x="130671" y="77688"/>
                </a:lnTo>
                <a:lnTo>
                  <a:pt x="129741" y="79660"/>
                </a:lnTo>
                <a:lnTo>
                  <a:pt x="128736" y="81595"/>
                </a:lnTo>
                <a:lnTo>
                  <a:pt x="127695" y="83455"/>
                </a:lnTo>
                <a:lnTo>
                  <a:pt x="126578" y="85316"/>
                </a:lnTo>
                <a:lnTo>
                  <a:pt x="125388" y="87176"/>
                </a:lnTo>
                <a:lnTo>
                  <a:pt x="124160" y="88999"/>
                </a:lnTo>
                <a:lnTo>
                  <a:pt x="122858" y="90785"/>
                </a:lnTo>
                <a:lnTo>
                  <a:pt x="121518" y="92534"/>
                </a:lnTo>
                <a:lnTo>
                  <a:pt x="120104" y="94282"/>
                </a:lnTo>
                <a:lnTo>
                  <a:pt x="118616" y="95994"/>
                </a:lnTo>
                <a:lnTo>
                  <a:pt x="117128" y="97668"/>
                </a:lnTo>
                <a:lnTo>
                  <a:pt x="115528" y="99305"/>
                </a:lnTo>
                <a:lnTo>
                  <a:pt x="113928" y="100905"/>
                </a:lnTo>
                <a:lnTo>
                  <a:pt x="112254" y="102468"/>
                </a:lnTo>
                <a:lnTo>
                  <a:pt x="110542" y="103993"/>
                </a:lnTo>
                <a:lnTo>
                  <a:pt x="108756" y="105482"/>
                </a:lnTo>
                <a:lnTo>
                  <a:pt x="106933" y="106933"/>
                </a:lnTo>
                <a:lnTo>
                  <a:pt x="105110" y="108347"/>
                </a:lnTo>
                <a:lnTo>
                  <a:pt x="104031" y="109128"/>
                </a:lnTo>
                <a:lnTo>
                  <a:pt x="102952" y="109872"/>
                </a:lnTo>
                <a:lnTo>
                  <a:pt x="101836" y="110616"/>
                </a:lnTo>
                <a:lnTo>
                  <a:pt x="100682" y="111323"/>
                </a:lnTo>
                <a:lnTo>
                  <a:pt x="99529" y="112030"/>
                </a:lnTo>
                <a:lnTo>
                  <a:pt x="98375" y="112700"/>
                </a:lnTo>
                <a:lnTo>
                  <a:pt x="97185" y="113370"/>
                </a:lnTo>
                <a:lnTo>
                  <a:pt x="95957" y="114002"/>
                </a:lnTo>
                <a:lnTo>
                  <a:pt x="94729" y="114635"/>
                </a:lnTo>
                <a:lnTo>
                  <a:pt x="93464" y="115230"/>
                </a:lnTo>
                <a:lnTo>
                  <a:pt x="92199" y="115825"/>
                </a:lnTo>
                <a:lnTo>
                  <a:pt x="90934" y="116383"/>
                </a:lnTo>
                <a:lnTo>
                  <a:pt x="89632" y="116941"/>
                </a:lnTo>
                <a:lnTo>
                  <a:pt x="88292" y="117462"/>
                </a:lnTo>
                <a:lnTo>
                  <a:pt x="86953" y="117983"/>
                </a:lnTo>
                <a:lnTo>
                  <a:pt x="85613" y="118467"/>
                </a:lnTo>
                <a:lnTo>
                  <a:pt x="84274" y="118913"/>
                </a:lnTo>
                <a:lnTo>
                  <a:pt x="82897" y="119360"/>
                </a:lnTo>
                <a:lnTo>
                  <a:pt x="81483" y="119806"/>
                </a:lnTo>
                <a:lnTo>
                  <a:pt x="80070" y="120216"/>
                </a:lnTo>
                <a:lnTo>
                  <a:pt x="78656" y="120588"/>
                </a:lnTo>
                <a:lnTo>
                  <a:pt x="77242" y="120960"/>
                </a:lnTo>
                <a:lnTo>
                  <a:pt x="75791" y="121295"/>
                </a:lnTo>
                <a:lnTo>
                  <a:pt x="74340" y="121630"/>
                </a:lnTo>
                <a:lnTo>
                  <a:pt x="72889" y="121927"/>
                </a:lnTo>
                <a:lnTo>
                  <a:pt x="71400" y="122188"/>
                </a:lnTo>
                <a:lnTo>
                  <a:pt x="69912" y="122448"/>
                </a:lnTo>
                <a:lnTo>
                  <a:pt x="68424" y="122671"/>
                </a:lnTo>
                <a:lnTo>
                  <a:pt x="66935" y="122895"/>
                </a:lnTo>
                <a:lnTo>
                  <a:pt x="65410" y="123081"/>
                </a:lnTo>
                <a:lnTo>
                  <a:pt x="63884" y="123229"/>
                </a:lnTo>
                <a:lnTo>
                  <a:pt x="62396" y="123378"/>
                </a:lnTo>
                <a:lnTo>
                  <a:pt x="59606" y="123564"/>
                </a:lnTo>
                <a:lnTo>
                  <a:pt x="60461" y="122374"/>
                </a:lnTo>
                <a:lnTo>
                  <a:pt x="61280" y="121109"/>
                </a:lnTo>
                <a:lnTo>
                  <a:pt x="62024" y="119844"/>
                </a:lnTo>
                <a:lnTo>
                  <a:pt x="62731" y="118541"/>
                </a:lnTo>
                <a:lnTo>
                  <a:pt x="63587" y="116830"/>
                </a:lnTo>
                <a:lnTo>
                  <a:pt x="64368" y="115118"/>
                </a:lnTo>
                <a:lnTo>
                  <a:pt x="65075" y="113370"/>
                </a:lnTo>
                <a:lnTo>
                  <a:pt x="65670" y="111584"/>
                </a:lnTo>
                <a:lnTo>
                  <a:pt x="66229" y="109798"/>
                </a:lnTo>
                <a:lnTo>
                  <a:pt x="66675" y="108012"/>
                </a:lnTo>
                <a:lnTo>
                  <a:pt x="67047" y="106226"/>
                </a:lnTo>
                <a:lnTo>
                  <a:pt x="67382" y="104403"/>
                </a:lnTo>
                <a:lnTo>
                  <a:pt x="67605" y="102617"/>
                </a:lnTo>
                <a:lnTo>
                  <a:pt x="67791" y="100831"/>
                </a:lnTo>
                <a:lnTo>
                  <a:pt x="67940" y="99045"/>
                </a:lnTo>
                <a:lnTo>
                  <a:pt x="67977" y="97259"/>
                </a:lnTo>
                <a:lnTo>
                  <a:pt x="67977" y="95473"/>
                </a:lnTo>
                <a:lnTo>
                  <a:pt x="67940" y="93724"/>
                </a:lnTo>
                <a:lnTo>
                  <a:pt x="67828" y="91976"/>
                </a:lnTo>
                <a:lnTo>
                  <a:pt x="67680" y="90264"/>
                </a:lnTo>
                <a:lnTo>
                  <a:pt x="67456" y="88553"/>
                </a:lnTo>
                <a:lnTo>
                  <a:pt x="67196" y="86878"/>
                </a:lnTo>
                <a:lnTo>
                  <a:pt x="66935" y="85241"/>
                </a:lnTo>
                <a:lnTo>
                  <a:pt x="66601" y="83641"/>
                </a:lnTo>
                <a:lnTo>
                  <a:pt x="66229" y="82079"/>
                </a:lnTo>
                <a:lnTo>
                  <a:pt x="65819" y="80553"/>
                </a:lnTo>
                <a:lnTo>
                  <a:pt x="65373" y="79065"/>
                </a:lnTo>
                <a:lnTo>
                  <a:pt x="64889" y="77614"/>
                </a:lnTo>
                <a:lnTo>
                  <a:pt x="64368" y="76200"/>
                </a:lnTo>
                <a:lnTo>
                  <a:pt x="63847" y="74860"/>
                </a:lnTo>
                <a:lnTo>
                  <a:pt x="63289" y="73558"/>
                </a:lnTo>
                <a:lnTo>
                  <a:pt x="62731" y="72330"/>
                </a:lnTo>
                <a:lnTo>
                  <a:pt x="62136" y="71140"/>
                </a:lnTo>
                <a:lnTo>
                  <a:pt x="61540" y="70023"/>
                </a:lnTo>
                <a:lnTo>
                  <a:pt x="60908" y="68982"/>
                </a:lnTo>
                <a:lnTo>
                  <a:pt x="60275" y="68014"/>
                </a:lnTo>
                <a:lnTo>
                  <a:pt x="59568" y="67047"/>
                </a:lnTo>
                <a:lnTo>
                  <a:pt x="58824" y="66117"/>
                </a:lnTo>
                <a:lnTo>
                  <a:pt x="57969" y="65187"/>
                </a:lnTo>
                <a:lnTo>
                  <a:pt x="57076" y="64294"/>
                </a:lnTo>
                <a:lnTo>
                  <a:pt x="56071" y="63401"/>
                </a:lnTo>
                <a:lnTo>
                  <a:pt x="55029" y="62582"/>
                </a:lnTo>
                <a:lnTo>
                  <a:pt x="53950" y="61764"/>
                </a:lnTo>
                <a:lnTo>
                  <a:pt x="52797" y="60982"/>
                </a:lnTo>
                <a:lnTo>
                  <a:pt x="51569" y="60238"/>
                </a:lnTo>
                <a:lnTo>
                  <a:pt x="50304" y="59494"/>
                </a:lnTo>
                <a:lnTo>
                  <a:pt x="49002" y="58824"/>
                </a:lnTo>
                <a:lnTo>
                  <a:pt x="47625" y="58192"/>
                </a:lnTo>
                <a:lnTo>
                  <a:pt x="46248" y="57596"/>
                </a:lnTo>
                <a:lnTo>
                  <a:pt x="44797" y="57001"/>
                </a:lnTo>
                <a:lnTo>
                  <a:pt x="43272" y="56480"/>
                </a:lnTo>
                <a:lnTo>
                  <a:pt x="41746" y="56034"/>
                </a:lnTo>
                <a:lnTo>
                  <a:pt x="40184" y="55587"/>
                </a:lnTo>
                <a:lnTo>
                  <a:pt x="38584" y="55215"/>
                </a:lnTo>
                <a:lnTo>
                  <a:pt x="36984" y="54880"/>
                </a:lnTo>
                <a:lnTo>
                  <a:pt x="35384" y="54620"/>
                </a:lnTo>
                <a:lnTo>
                  <a:pt x="33784" y="54397"/>
                </a:lnTo>
                <a:lnTo>
                  <a:pt x="32147" y="54248"/>
                </a:lnTo>
                <a:lnTo>
                  <a:pt x="30547" y="54136"/>
                </a:lnTo>
                <a:lnTo>
                  <a:pt x="28984" y="54099"/>
                </a:lnTo>
                <a:lnTo>
                  <a:pt x="27384" y="54099"/>
                </a:lnTo>
                <a:lnTo>
                  <a:pt x="25859" y="54173"/>
                </a:lnTo>
                <a:lnTo>
                  <a:pt x="24296" y="54285"/>
                </a:lnTo>
                <a:lnTo>
                  <a:pt x="22771" y="54471"/>
                </a:lnTo>
                <a:lnTo>
                  <a:pt x="21282" y="54694"/>
                </a:lnTo>
                <a:lnTo>
                  <a:pt x="19831" y="54992"/>
                </a:lnTo>
                <a:lnTo>
                  <a:pt x="18417" y="55327"/>
                </a:lnTo>
                <a:lnTo>
                  <a:pt x="17004" y="55736"/>
                </a:lnTo>
                <a:lnTo>
                  <a:pt x="15925" y="56108"/>
                </a:lnTo>
                <a:lnTo>
                  <a:pt x="14846" y="56480"/>
                </a:lnTo>
                <a:lnTo>
                  <a:pt x="13804" y="56927"/>
                </a:lnTo>
                <a:lnTo>
                  <a:pt x="12799" y="57373"/>
                </a:lnTo>
                <a:lnTo>
                  <a:pt x="11832" y="57894"/>
                </a:lnTo>
                <a:lnTo>
                  <a:pt x="10902" y="58415"/>
                </a:lnTo>
                <a:lnTo>
                  <a:pt x="9971" y="58973"/>
                </a:lnTo>
                <a:lnTo>
                  <a:pt x="9079" y="59568"/>
                </a:lnTo>
                <a:lnTo>
                  <a:pt x="8223" y="60201"/>
                </a:lnTo>
                <a:lnTo>
                  <a:pt x="7404" y="60833"/>
                </a:lnTo>
                <a:lnTo>
                  <a:pt x="6586" y="61540"/>
                </a:lnTo>
                <a:lnTo>
                  <a:pt x="5842" y="62247"/>
                </a:lnTo>
                <a:lnTo>
                  <a:pt x="5097" y="63029"/>
                </a:lnTo>
                <a:lnTo>
                  <a:pt x="4390" y="63810"/>
                </a:lnTo>
                <a:lnTo>
                  <a:pt x="3721" y="64628"/>
                </a:lnTo>
                <a:lnTo>
                  <a:pt x="3088" y="65484"/>
                </a:lnTo>
                <a:lnTo>
                  <a:pt x="2642" y="66117"/>
                </a:lnTo>
                <a:lnTo>
                  <a:pt x="2195" y="66786"/>
                </a:lnTo>
                <a:lnTo>
                  <a:pt x="1786" y="67493"/>
                </a:lnTo>
                <a:lnTo>
                  <a:pt x="1377" y="68200"/>
                </a:lnTo>
                <a:lnTo>
                  <a:pt x="1005" y="68907"/>
                </a:lnTo>
                <a:lnTo>
                  <a:pt x="670" y="69651"/>
                </a:lnTo>
                <a:lnTo>
                  <a:pt x="335" y="70396"/>
                </a:lnTo>
                <a:lnTo>
                  <a:pt x="0" y="71177"/>
                </a:lnTo>
                <a:lnTo>
                  <a:pt x="0" y="72888"/>
                </a:lnTo>
                <a:lnTo>
                  <a:pt x="335" y="71921"/>
                </a:lnTo>
                <a:lnTo>
                  <a:pt x="707" y="70991"/>
                </a:lnTo>
                <a:lnTo>
                  <a:pt x="1116" y="70061"/>
                </a:lnTo>
                <a:lnTo>
                  <a:pt x="1563" y="69168"/>
                </a:lnTo>
                <a:lnTo>
                  <a:pt x="2009" y="68275"/>
                </a:lnTo>
                <a:lnTo>
                  <a:pt x="2493" y="67456"/>
                </a:lnTo>
                <a:lnTo>
                  <a:pt x="3014" y="66600"/>
                </a:lnTo>
                <a:lnTo>
                  <a:pt x="3572" y="65819"/>
                </a:lnTo>
                <a:lnTo>
                  <a:pt x="4204" y="65001"/>
                </a:lnTo>
                <a:lnTo>
                  <a:pt x="4874" y="64182"/>
                </a:lnTo>
                <a:lnTo>
                  <a:pt x="5544" y="63438"/>
                </a:lnTo>
                <a:lnTo>
                  <a:pt x="6251" y="62694"/>
                </a:lnTo>
                <a:lnTo>
                  <a:pt x="6995" y="61987"/>
                </a:lnTo>
                <a:lnTo>
                  <a:pt x="7776" y="61317"/>
                </a:lnTo>
                <a:lnTo>
                  <a:pt x="8595" y="60647"/>
                </a:lnTo>
                <a:lnTo>
                  <a:pt x="9413" y="60052"/>
                </a:lnTo>
                <a:lnTo>
                  <a:pt x="10306" y="59457"/>
                </a:lnTo>
                <a:lnTo>
                  <a:pt x="11199" y="58936"/>
                </a:lnTo>
                <a:lnTo>
                  <a:pt x="12129" y="58415"/>
                </a:lnTo>
                <a:lnTo>
                  <a:pt x="13097" y="57931"/>
                </a:lnTo>
                <a:lnTo>
                  <a:pt x="14064" y="57448"/>
                </a:lnTo>
                <a:lnTo>
                  <a:pt x="15069" y="57038"/>
                </a:lnTo>
                <a:lnTo>
                  <a:pt x="16111" y="56666"/>
                </a:lnTo>
                <a:lnTo>
                  <a:pt x="17190" y="56294"/>
                </a:lnTo>
                <a:lnTo>
                  <a:pt x="18492" y="55922"/>
                </a:lnTo>
                <a:lnTo>
                  <a:pt x="19869" y="55587"/>
                </a:lnTo>
                <a:lnTo>
                  <a:pt x="21208" y="55327"/>
                </a:lnTo>
                <a:lnTo>
                  <a:pt x="22622" y="55066"/>
                </a:lnTo>
                <a:lnTo>
                  <a:pt x="24036" y="54917"/>
                </a:lnTo>
                <a:lnTo>
                  <a:pt x="25487" y="54769"/>
                </a:lnTo>
                <a:lnTo>
                  <a:pt x="26975" y="54694"/>
                </a:lnTo>
                <a:lnTo>
                  <a:pt x="30063" y="54694"/>
                </a:lnTo>
                <a:lnTo>
                  <a:pt x="31738" y="54806"/>
                </a:lnTo>
                <a:lnTo>
                  <a:pt x="33375" y="54955"/>
                </a:lnTo>
                <a:lnTo>
                  <a:pt x="35012" y="55141"/>
                </a:lnTo>
                <a:lnTo>
                  <a:pt x="36686" y="55438"/>
                </a:lnTo>
                <a:lnTo>
                  <a:pt x="38323" y="55736"/>
                </a:lnTo>
                <a:lnTo>
                  <a:pt x="39960" y="56145"/>
                </a:lnTo>
                <a:lnTo>
                  <a:pt x="41597" y="56592"/>
                </a:lnTo>
                <a:lnTo>
                  <a:pt x="43086" y="57075"/>
                </a:lnTo>
                <a:lnTo>
                  <a:pt x="44574" y="57559"/>
                </a:lnTo>
                <a:lnTo>
                  <a:pt x="45988" y="58117"/>
                </a:lnTo>
                <a:lnTo>
                  <a:pt x="47365" y="58713"/>
                </a:lnTo>
                <a:lnTo>
                  <a:pt x="48704" y="59345"/>
                </a:lnTo>
                <a:lnTo>
                  <a:pt x="50006" y="60015"/>
                </a:lnTo>
                <a:lnTo>
                  <a:pt x="51234" y="60722"/>
                </a:lnTo>
                <a:lnTo>
                  <a:pt x="52425" y="61466"/>
                </a:lnTo>
                <a:lnTo>
                  <a:pt x="53578" y="62210"/>
                </a:lnTo>
                <a:lnTo>
                  <a:pt x="54657" y="63029"/>
                </a:lnTo>
                <a:lnTo>
                  <a:pt x="55662" y="63847"/>
                </a:lnTo>
                <a:lnTo>
                  <a:pt x="56629" y="64703"/>
                </a:lnTo>
                <a:lnTo>
                  <a:pt x="57522" y="65559"/>
                </a:lnTo>
                <a:lnTo>
                  <a:pt x="58341" y="66489"/>
                </a:lnTo>
                <a:lnTo>
                  <a:pt x="59085" y="67382"/>
                </a:lnTo>
                <a:lnTo>
                  <a:pt x="59792" y="68349"/>
                </a:lnTo>
                <a:lnTo>
                  <a:pt x="60424" y="69317"/>
                </a:lnTo>
                <a:lnTo>
                  <a:pt x="61020" y="70358"/>
                </a:lnTo>
                <a:lnTo>
                  <a:pt x="61615" y="71437"/>
                </a:lnTo>
                <a:lnTo>
                  <a:pt x="62210" y="72628"/>
                </a:lnTo>
                <a:lnTo>
                  <a:pt x="62768" y="73819"/>
                </a:lnTo>
                <a:lnTo>
                  <a:pt x="63326" y="75121"/>
                </a:lnTo>
                <a:lnTo>
                  <a:pt x="63847" y="76423"/>
                </a:lnTo>
                <a:lnTo>
                  <a:pt x="64331" y="77837"/>
                </a:lnTo>
                <a:lnTo>
                  <a:pt x="64815" y="79251"/>
                </a:lnTo>
                <a:lnTo>
                  <a:pt x="65224" y="80739"/>
                </a:lnTo>
                <a:lnTo>
                  <a:pt x="65633" y="82227"/>
                </a:lnTo>
                <a:lnTo>
                  <a:pt x="66005" y="83790"/>
                </a:lnTo>
                <a:lnTo>
                  <a:pt x="66340" y="85390"/>
                </a:lnTo>
                <a:lnTo>
                  <a:pt x="66638" y="86990"/>
                </a:lnTo>
                <a:lnTo>
                  <a:pt x="66898" y="88627"/>
                </a:lnTo>
                <a:lnTo>
                  <a:pt x="67084" y="90301"/>
                </a:lnTo>
                <a:lnTo>
                  <a:pt x="67233" y="92013"/>
                </a:lnTo>
                <a:lnTo>
                  <a:pt x="67345" y="93724"/>
                </a:lnTo>
                <a:lnTo>
                  <a:pt x="67382" y="95473"/>
                </a:lnTo>
                <a:lnTo>
                  <a:pt x="67382" y="97222"/>
                </a:lnTo>
                <a:lnTo>
                  <a:pt x="67345" y="98970"/>
                </a:lnTo>
                <a:lnTo>
                  <a:pt x="67233" y="100756"/>
                </a:lnTo>
                <a:lnTo>
                  <a:pt x="67047" y="102542"/>
                </a:lnTo>
                <a:lnTo>
                  <a:pt x="66787" y="104328"/>
                </a:lnTo>
                <a:lnTo>
                  <a:pt x="66489" y="106077"/>
                </a:lnTo>
                <a:lnTo>
                  <a:pt x="66080" y="107863"/>
                </a:lnTo>
                <a:lnTo>
                  <a:pt x="65633" y="109649"/>
                </a:lnTo>
                <a:lnTo>
                  <a:pt x="65112" y="111398"/>
                </a:lnTo>
                <a:lnTo>
                  <a:pt x="64517" y="113146"/>
                </a:lnTo>
                <a:lnTo>
                  <a:pt x="63847" y="114858"/>
                </a:lnTo>
                <a:lnTo>
                  <a:pt x="63066" y="116569"/>
                </a:lnTo>
                <a:lnTo>
                  <a:pt x="62210" y="118281"/>
                </a:lnTo>
                <a:lnTo>
                  <a:pt x="61466" y="119658"/>
                </a:lnTo>
                <a:lnTo>
                  <a:pt x="60647" y="121034"/>
                </a:lnTo>
                <a:lnTo>
                  <a:pt x="59754" y="122336"/>
                </a:lnTo>
                <a:lnTo>
                  <a:pt x="58824" y="123601"/>
                </a:lnTo>
                <a:lnTo>
                  <a:pt x="56406" y="123713"/>
                </a:lnTo>
                <a:lnTo>
                  <a:pt x="53950" y="123750"/>
                </a:lnTo>
                <a:lnTo>
                  <a:pt x="51532" y="123713"/>
                </a:lnTo>
                <a:lnTo>
                  <a:pt x="49113" y="123601"/>
                </a:lnTo>
                <a:lnTo>
                  <a:pt x="46732" y="123453"/>
                </a:lnTo>
                <a:lnTo>
                  <a:pt x="44351" y="123229"/>
                </a:lnTo>
                <a:lnTo>
                  <a:pt x="42007" y="122969"/>
                </a:lnTo>
                <a:lnTo>
                  <a:pt x="39663" y="122634"/>
                </a:lnTo>
                <a:lnTo>
                  <a:pt x="38286" y="122374"/>
                </a:lnTo>
                <a:lnTo>
                  <a:pt x="36909" y="122150"/>
                </a:lnTo>
                <a:lnTo>
                  <a:pt x="35533" y="121853"/>
                </a:lnTo>
                <a:lnTo>
                  <a:pt x="34193" y="121555"/>
                </a:lnTo>
                <a:lnTo>
                  <a:pt x="32891" y="121257"/>
                </a:lnTo>
                <a:lnTo>
                  <a:pt x="31589" y="120923"/>
                </a:lnTo>
                <a:lnTo>
                  <a:pt x="30324" y="120551"/>
                </a:lnTo>
                <a:lnTo>
                  <a:pt x="29059" y="120178"/>
                </a:lnTo>
                <a:lnTo>
                  <a:pt x="27794" y="119769"/>
                </a:lnTo>
                <a:lnTo>
                  <a:pt x="26566" y="119360"/>
                </a:lnTo>
                <a:lnTo>
                  <a:pt x="25375" y="118913"/>
                </a:lnTo>
                <a:lnTo>
                  <a:pt x="24185" y="118467"/>
                </a:lnTo>
                <a:lnTo>
                  <a:pt x="22994" y="117983"/>
                </a:lnTo>
                <a:lnTo>
                  <a:pt x="21878" y="117500"/>
                </a:lnTo>
                <a:lnTo>
                  <a:pt x="20724" y="116979"/>
                </a:lnTo>
                <a:lnTo>
                  <a:pt x="19645" y="116458"/>
                </a:lnTo>
                <a:lnTo>
                  <a:pt x="18417" y="115825"/>
                </a:lnTo>
                <a:lnTo>
                  <a:pt x="17227" y="115193"/>
                </a:lnTo>
                <a:lnTo>
                  <a:pt x="16073" y="114523"/>
                </a:lnTo>
                <a:lnTo>
                  <a:pt x="14957" y="113816"/>
                </a:lnTo>
                <a:lnTo>
                  <a:pt x="13878" y="113109"/>
                </a:lnTo>
                <a:lnTo>
                  <a:pt x="12836" y="112365"/>
                </a:lnTo>
                <a:lnTo>
                  <a:pt x="11795" y="111621"/>
                </a:lnTo>
                <a:lnTo>
                  <a:pt x="10827" y="110839"/>
                </a:lnTo>
                <a:lnTo>
                  <a:pt x="9860" y="110058"/>
                </a:lnTo>
                <a:lnTo>
                  <a:pt x="8967" y="109240"/>
                </a:lnTo>
                <a:lnTo>
                  <a:pt x="8074" y="108421"/>
                </a:lnTo>
                <a:lnTo>
                  <a:pt x="7255" y="107565"/>
                </a:lnTo>
                <a:lnTo>
                  <a:pt x="6437" y="106710"/>
                </a:lnTo>
                <a:lnTo>
                  <a:pt x="5655" y="105817"/>
                </a:lnTo>
                <a:lnTo>
                  <a:pt x="4911" y="104886"/>
                </a:lnTo>
                <a:lnTo>
                  <a:pt x="4204" y="103956"/>
                </a:lnTo>
                <a:lnTo>
                  <a:pt x="3572" y="103026"/>
                </a:lnTo>
                <a:lnTo>
                  <a:pt x="2939" y="102059"/>
                </a:lnTo>
                <a:lnTo>
                  <a:pt x="2344" y="101091"/>
                </a:lnTo>
                <a:lnTo>
                  <a:pt x="1786" y="100087"/>
                </a:lnTo>
                <a:lnTo>
                  <a:pt x="1302" y="99082"/>
                </a:lnTo>
                <a:lnTo>
                  <a:pt x="819" y="98040"/>
                </a:lnTo>
                <a:lnTo>
                  <a:pt x="409" y="97036"/>
                </a:lnTo>
                <a:lnTo>
                  <a:pt x="0" y="95957"/>
                </a:lnTo>
                <a:lnTo>
                  <a:pt x="0" y="97631"/>
                </a:lnTo>
                <a:lnTo>
                  <a:pt x="372" y="98524"/>
                </a:lnTo>
                <a:lnTo>
                  <a:pt x="781" y="99380"/>
                </a:lnTo>
                <a:lnTo>
                  <a:pt x="1191" y="100236"/>
                </a:lnTo>
                <a:lnTo>
                  <a:pt x="1674" y="101054"/>
                </a:lnTo>
                <a:lnTo>
                  <a:pt x="2121" y="101910"/>
                </a:lnTo>
                <a:lnTo>
                  <a:pt x="2642" y="102728"/>
                </a:lnTo>
                <a:lnTo>
                  <a:pt x="3163" y="103510"/>
                </a:lnTo>
                <a:lnTo>
                  <a:pt x="3758" y="104328"/>
                </a:lnTo>
                <a:lnTo>
                  <a:pt x="4465" y="105258"/>
                </a:lnTo>
                <a:lnTo>
                  <a:pt x="5209" y="106189"/>
                </a:lnTo>
                <a:lnTo>
                  <a:pt x="5990" y="107082"/>
                </a:lnTo>
                <a:lnTo>
                  <a:pt x="6809" y="107975"/>
                </a:lnTo>
                <a:lnTo>
                  <a:pt x="7665" y="108830"/>
                </a:lnTo>
                <a:lnTo>
                  <a:pt x="8558" y="109686"/>
                </a:lnTo>
                <a:lnTo>
                  <a:pt x="9488" y="110505"/>
                </a:lnTo>
                <a:lnTo>
                  <a:pt x="10418" y="111323"/>
                </a:lnTo>
                <a:lnTo>
                  <a:pt x="11423" y="112105"/>
                </a:lnTo>
                <a:lnTo>
                  <a:pt x="12464" y="112849"/>
                </a:lnTo>
                <a:lnTo>
                  <a:pt x="13543" y="113593"/>
                </a:lnTo>
                <a:lnTo>
                  <a:pt x="14622" y="114300"/>
                </a:lnTo>
                <a:lnTo>
                  <a:pt x="15776" y="115007"/>
                </a:lnTo>
                <a:lnTo>
                  <a:pt x="16929" y="115676"/>
                </a:lnTo>
                <a:lnTo>
                  <a:pt x="18120" y="116346"/>
                </a:lnTo>
                <a:lnTo>
                  <a:pt x="19348" y="116979"/>
                </a:lnTo>
                <a:lnTo>
                  <a:pt x="20464" y="117537"/>
                </a:lnTo>
                <a:lnTo>
                  <a:pt x="21617" y="118058"/>
                </a:lnTo>
                <a:lnTo>
                  <a:pt x="22771" y="118541"/>
                </a:lnTo>
                <a:lnTo>
                  <a:pt x="23961" y="119025"/>
                </a:lnTo>
                <a:lnTo>
                  <a:pt x="25152" y="119472"/>
                </a:lnTo>
                <a:lnTo>
                  <a:pt x="26380" y="119918"/>
                </a:lnTo>
                <a:lnTo>
                  <a:pt x="27608" y="120327"/>
                </a:lnTo>
                <a:lnTo>
                  <a:pt x="28873" y="120737"/>
                </a:lnTo>
                <a:lnTo>
                  <a:pt x="30138" y="121109"/>
                </a:lnTo>
                <a:lnTo>
                  <a:pt x="31440" y="121481"/>
                </a:lnTo>
                <a:lnTo>
                  <a:pt x="32742" y="121816"/>
                </a:lnTo>
                <a:lnTo>
                  <a:pt x="34082" y="122150"/>
                </a:lnTo>
                <a:lnTo>
                  <a:pt x="35421" y="122448"/>
                </a:lnTo>
                <a:lnTo>
                  <a:pt x="36798" y="122709"/>
                </a:lnTo>
                <a:lnTo>
                  <a:pt x="38174" y="122969"/>
                </a:lnTo>
                <a:lnTo>
                  <a:pt x="39551" y="123192"/>
                </a:lnTo>
                <a:lnTo>
                  <a:pt x="41858" y="123527"/>
                </a:lnTo>
                <a:lnTo>
                  <a:pt x="44165" y="123825"/>
                </a:lnTo>
                <a:lnTo>
                  <a:pt x="46509" y="124048"/>
                </a:lnTo>
                <a:lnTo>
                  <a:pt x="48853" y="124197"/>
                </a:lnTo>
                <a:lnTo>
                  <a:pt x="51197" y="124308"/>
                </a:lnTo>
                <a:lnTo>
                  <a:pt x="53578" y="124346"/>
                </a:lnTo>
                <a:lnTo>
                  <a:pt x="55959" y="124308"/>
                </a:lnTo>
                <a:lnTo>
                  <a:pt x="58378" y="124234"/>
                </a:lnTo>
                <a:lnTo>
                  <a:pt x="58378" y="124234"/>
                </a:lnTo>
                <a:lnTo>
                  <a:pt x="57559" y="125239"/>
                </a:lnTo>
                <a:lnTo>
                  <a:pt x="56741" y="126206"/>
                </a:lnTo>
                <a:lnTo>
                  <a:pt x="55848" y="127173"/>
                </a:lnTo>
                <a:lnTo>
                  <a:pt x="54955" y="128104"/>
                </a:lnTo>
                <a:lnTo>
                  <a:pt x="54025" y="129034"/>
                </a:lnTo>
                <a:lnTo>
                  <a:pt x="53057" y="129927"/>
                </a:lnTo>
                <a:lnTo>
                  <a:pt x="52053" y="130782"/>
                </a:lnTo>
                <a:lnTo>
                  <a:pt x="51011" y="131638"/>
                </a:lnTo>
                <a:lnTo>
                  <a:pt x="49969" y="132420"/>
                </a:lnTo>
                <a:lnTo>
                  <a:pt x="48853" y="133238"/>
                </a:lnTo>
                <a:lnTo>
                  <a:pt x="47737" y="133982"/>
                </a:lnTo>
                <a:lnTo>
                  <a:pt x="46583" y="134726"/>
                </a:lnTo>
                <a:lnTo>
                  <a:pt x="45393" y="135470"/>
                </a:lnTo>
                <a:lnTo>
                  <a:pt x="44165" y="136177"/>
                </a:lnTo>
                <a:lnTo>
                  <a:pt x="42900" y="136847"/>
                </a:lnTo>
                <a:lnTo>
                  <a:pt x="41635" y="137480"/>
                </a:lnTo>
                <a:lnTo>
                  <a:pt x="39551" y="138447"/>
                </a:lnTo>
                <a:lnTo>
                  <a:pt x="37430" y="139340"/>
                </a:lnTo>
                <a:lnTo>
                  <a:pt x="35235" y="140159"/>
                </a:lnTo>
                <a:lnTo>
                  <a:pt x="32928" y="140940"/>
                </a:lnTo>
                <a:lnTo>
                  <a:pt x="30584" y="141647"/>
                </a:lnTo>
                <a:lnTo>
                  <a:pt x="28166" y="142317"/>
                </a:lnTo>
                <a:lnTo>
                  <a:pt x="25636" y="142912"/>
                </a:lnTo>
                <a:lnTo>
                  <a:pt x="23068" y="143433"/>
                </a:lnTo>
                <a:lnTo>
                  <a:pt x="20427" y="143916"/>
                </a:lnTo>
                <a:lnTo>
                  <a:pt x="17711" y="144326"/>
                </a:lnTo>
                <a:lnTo>
                  <a:pt x="14957" y="144661"/>
                </a:lnTo>
                <a:lnTo>
                  <a:pt x="12092" y="144958"/>
                </a:lnTo>
                <a:lnTo>
                  <a:pt x="9153" y="145182"/>
                </a:lnTo>
                <a:lnTo>
                  <a:pt x="6176" y="145368"/>
                </a:lnTo>
                <a:lnTo>
                  <a:pt x="3125" y="145479"/>
                </a:lnTo>
                <a:lnTo>
                  <a:pt x="0" y="145516"/>
                </a:lnTo>
                <a:lnTo>
                  <a:pt x="0" y="146112"/>
                </a:lnTo>
                <a:lnTo>
                  <a:pt x="3125" y="146074"/>
                </a:lnTo>
                <a:lnTo>
                  <a:pt x="6214" y="145963"/>
                </a:lnTo>
                <a:lnTo>
                  <a:pt x="9227" y="145777"/>
                </a:lnTo>
                <a:lnTo>
                  <a:pt x="12167" y="145554"/>
                </a:lnTo>
                <a:lnTo>
                  <a:pt x="15032" y="145256"/>
                </a:lnTo>
                <a:lnTo>
                  <a:pt x="17822" y="144921"/>
                </a:lnTo>
                <a:lnTo>
                  <a:pt x="20538" y="144512"/>
                </a:lnTo>
                <a:lnTo>
                  <a:pt x="23217" y="144028"/>
                </a:lnTo>
                <a:lnTo>
                  <a:pt x="25784" y="143470"/>
                </a:lnTo>
                <a:lnTo>
                  <a:pt x="28315" y="142875"/>
                </a:lnTo>
                <a:lnTo>
                  <a:pt x="30770" y="142242"/>
                </a:lnTo>
                <a:lnTo>
                  <a:pt x="33151" y="141498"/>
                </a:lnTo>
                <a:lnTo>
                  <a:pt x="35421" y="140717"/>
                </a:lnTo>
                <a:lnTo>
                  <a:pt x="37654" y="139898"/>
                </a:lnTo>
                <a:lnTo>
                  <a:pt x="39812" y="138968"/>
                </a:lnTo>
                <a:lnTo>
                  <a:pt x="41895" y="138001"/>
                </a:lnTo>
                <a:lnTo>
                  <a:pt x="43197" y="137331"/>
                </a:lnTo>
                <a:lnTo>
                  <a:pt x="44500" y="136661"/>
                </a:lnTo>
                <a:lnTo>
                  <a:pt x="45765" y="135917"/>
                </a:lnTo>
                <a:lnTo>
                  <a:pt x="46992" y="135173"/>
                </a:lnTo>
                <a:lnTo>
                  <a:pt x="48220" y="134391"/>
                </a:lnTo>
                <a:lnTo>
                  <a:pt x="49374" y="133610"/>
                </a:lnTo>
                <a:lnTo>
                  <a:pt x="50490" y="132754"/>
                </a:lnTo>
                <a:lnTo>
                  <a:pt x="51606" y="131936"/>
                </a:lnTo>
                <a:lnTo>
                  <a:pt x="52648" y="131043"/>
                </a:lnTo>
                <a:lnTo>
                  <a:pt x="53690" y="130150"/>
                </a:lnTo>
                <a:lnTo>
                  <a:pt x="54694" y="129220"/>
                </a:lnTo>
                <a:lnTo>
                  <a:pt x="55662" y="128252"/>
                </a:lnTo>
                <a:lnTo>
                  <a:pt x="56592" y="127285"/>
                </a:lnTo>
                <a:lnTo>
                  <a:pt x="57485" y="126280"/>
                </a:lnTo>
                <a:lnTo>
                  <a:pt x="58341" y="125239"/>
                </a:lnTo>
                <a:lnTo>
                  <a:pt x="59159" y="124197"/>
                </a:lnTo>
                <a:lnTo>
                  <a:pt x="60796" y="124085"/>
                </a:lnTo>
                <a:lnTo>
                  <a:pt x="62433" y="123974"/>
                </a:lnTo>
                <a:lnTo>
                  <a:pt x="63959" y="123825"/>
                </a:lnTo>
                <a:lnTo>
                  <a:pt x="65484" y="123676"/>
                </a:lnTo>
                <a:lnTo>
                  <a:pt x="67010" y="123490"/>
                </a:lnTo>
                <a:lnTo>
                  <a:pt x="68535" y="123267"/>
                </a:lnTo>
                <a:lnTo>
                  <a:pt x="70024" y="123043"/>
                </a:lnTo>
                <a:lnTo>
                  <a:pt x="71512" y="122783"/>
                </a:lnTo>
                <a:lnTo>
                  <a:pt x="73000" y="122485"/>
                </a:lnTo>
                <a:lnTo>
                  <a:pt x="74488" y="122188"/>
                </a:lnTo>
                <a:lnTo>
                  <a:pt x="75940" y="121890"/>
                </a:lnTo>
                <a:lnTo>
                  <a:pt x="77391" y="121518"/>
                </a:lnTo>
                <a:lnTo>
                  <a:pt x="78842" y="121146"/>
                </a:lnTo>
                <a:lnTo>
                  <a:pt x="80256" y="120774"/>
                </a:lnTo>
                <a:lnTo>
                  <a:pt x="81669" y="120364"/>
                </a:lnTo>
                <a:lnTo>
                  <a:pt x="83083" y="119918"/>
                </a:lnTo>
                <a:lnTo>
                  <a:pt x="84460" y="119472"/>
                </a:lnTo>
                <a:lnTo>
                  <a:pt x="85837" y="119025"/>
                </a:lnTo>
                <a:lnTo>
                  <a:pt x="87176" y="118541"/>
                </a:lnTo>
                <a:lnTo>
                  <a:pt x="88516" y="118020"/>
                </a:lnTo>
                <a:lnTo>
                  <a:pt x="89855" y="117462"/>
                </a:lnTo>
                <a:lnTo>
                  <a:pt x="91157" y="116941"/>
                </a:lnTo>
                <a:lnTo>
                  <a:pt x="92459" y="116346"/>
                </a:lnTo>
                <a:lnTo>
                  <a:pt x="93762" y="115751"/>
                </a:lnTo>
                <a:lnTo>
                  <a:pt x="94990" y="115156"/>
                </a:lnTo>
                <a:lnTo>
                  <a:pt x="96255" y="114523"/>
                </a:lnTo>
                <a:lnTo>
                  <a:pt x="97482" y="113890"/>
                </a:lnTo>
                <a:lnTo>
                  <a:pt x="98673" y="113221"/>
                </a:lnTo>
                <a:lnTo>
                  <a:pt x="99864" y="112514"/>
                </a:lnTo>
                <a:lnTo>
                  <a:pt x="101017" y="111807"/>
                </a:lnTo>
                <a:lnTo>
                  <a:pt x="102171" y="111100"/>
                </a:lnTo>
                <a:lnTo>
                  <a:pt x="103287" y="110356"/>
                </a:lnTo>
                <a:lnTo>
                  <a:pt x="104366" y="109612"/>
                </a:lnTo>
                <a:lnTo>
                  <a:pt x="105445" y="108830"/>
                </a:lnTo>
                <a:lnTo>
                  <a:pt x="107305" y="107416"/>
                </a:lnTo>
                <a:lnTo>
                  <a:pt x="109128" y="105928"/>
                </a:lnTo>
                <a:lnTo>
                  <a:pt x="110914" y="104440"/>
                </a:lnTo>
                <a:lnTo>
                  <a:pt x="112663" y="102914"/>
                </a:lnTo>
                <a:lnTo>
                  <a:pt x="114337" y="101315"/>
                </a:lnTo>
                <a:lnTo>
                  <a:pt x="115974" y="99715"/>
                </a:lnTo>
                <a:lnTo>
                  <a:pt x="117537" y="98040"/>
                </a:lnTo>
                <a:lnTo>
                  <a:pt x="119063" y="96366"/>
                </a:lnTo>
                <a:lnTo>
                  <a:pt x="120551" y="94654"/>
                </a:lnTo>
                <a:lnTo>
                  <a:pt x="121965" y="92906"/>
                </a:lnTo>
                <a:lnTo>
                  <a:pt x="123341" y="91120"/>
                </a:lnTo>
                <a:lnTo>
                  <a:pt x="124644" y="89334"/>
                </a:lnTo>
                <a:lnTo>
                  <a:pt x="125909" y="87511"/>
                </a:lnTo>
                <a:lnTo>
                  <a:pt x="127062" y="85650"/>
                </a:lnTo>
                <a:lnTo>
                  <a:pt x="128215" y="83753"/>
                </a:lnTo>
                <a:lnTo>
                  <a:pt x="129257" y="81855"/>
                </a:lnTo>
                <a:lnTo>
                  <a:pt x="130262" y="79921"/>
                </a:lnTo>
                <a:lnTo>
                  <a:pt x="131229" y="77949"/>
                </a:lnTo>
                <a:lnTo>
                  <a:pt x="132085" y="75977"/>
                </a:lnTo>
                <a:lnTo>
                  <a:pt x="132866" y="73967"/>
                </a:lnTo>
                <a:lnTo>
                  <a:pt x="133610" y="71995"/>
                </a:lnTo>
                <a:lnTo>
                  <a:pt x="134243" y="69986"/>
                </a:lnTo>
                <a:lnTo>
                  <a:pt x="134838" y="67977"/>
                </a:lnTo>
                <a:lnTo>
                  <a:pt x="135359" y="65968"/>
                </a:lnTo>
                <a:lnTo>
                  <a:pt x="135768" y="63959"/>
                </a:lnTo>
                <a:lnTo>
                  <a:pt x="136141" y="61950"/>
                </a:lnTo>
                <a:lnTo>
                  <a:pt x="136401" y="59940"/>
                </a:lnTo>
                <a:lnTo>
                  <a:pt x="136624" y="57968"/>
                </a:lnTo>
                <a:lnTo>
                  <a:pt x="136736" y="55959"/>
                </a:lnTo>
                <a:lnTo>
                  <a:pt x="136810" y="53987"/>
                </a:lnTo>
                <a:lnTo>
                  <a:pt x="136773" y="52015"/>
                </a:lnTo>
                <a:lnTo>
                  <a:pt x="136661" y="50043"/>
                </a:lnTo>
                <a:lnTo>
                  <a:pt x="136513" y="48369"/>
                </a:lnTo>
                <a:lnTo>
                  <a:pt x="136327" y="46732"/>
                </a:lnTo>
                <a:lnTo>
                  <a:pt x="136066" y="45095"/>
                </a:lnTo>
                <a:lnTo>
                  <a:pt x="135768" y="43458"/>
                </a:lnTo>
                <a:lnTo>
                  <a:pt x="135396" y="41858"/>
                </a:lnTo>
                <a:lnTo>
                  <a:pt x="134950" y="40258"/>
                </a:lnTo>
                <a:lnTo>
                  <a:pt x="134503" y="38658"/>
                </a:lnTo>
                <a:lnTo>
                  <a:pt x="133945" y="37095"/>
                </a:lnTo>
                <a:lnTo>
                  <a:pt x="133387" y="35533"/>
                </a:lnTo>
                <a:lnTo>
                  <a:pt x="132717" y="34007"/>
                </a:lnTo>
                <a:lnTo>
                  <a:pt x="132048" y="32519"/>
                </a:lnTo>
                <a:lnTo>
                  <a:pt x="131304" y="30993"/>
                </a:lnTo>
                <a:lnTo>
                  <a:pt x="130485" y="29542"/>
                </a:lnTo>
                <a:lnTo>
                  <a:pt x="129629" y="28054"/>
                </a:lnTo>
                <a:lnTo>
                  <a:pt x="128736" y="26640"/>
                </a:lnTo>
                <a:lnTo>
                  <a:pt x="127769" y="25189"/>
                </a:lnTo>
                <a:lnTo>
                  <a:pt x="126653" y="23701"/>
                </a:lnTo>
                <a:lnTo>
                  <a:pt x="125499" y="22213"/>
                </a:lnTo>
                <a:lnTo>
                  <a:pt x="124271" y="20724"/>
                </a:lnTo>
                <a:lnTo>
                  <a:pt x="123006" y="19310"/>
                </a:lnTo>
                <a:lnTo>
                  <a:pt x="121667" y="17897"/>
                </a:lnTo>
                <a:lnTo>
                  <a:pt x="120290" y="16520"/>
                </a:lnTo>
                <a:lnTo>
                  <a:pt x="118839" y="15180"/>
                </a:lnTo>
                <a:lnTo>
                  <a:pt x="117314" y="13841"/>
                </a:lnTo>
                <a:lnTo>
                  <a:pt x="115751" y="12576"/>
                </a:lnTo>
                <a:lnTo>
                  <a:pt x="114114" y="11311"/>
                </a:lnTo>
                <a:lnTo>
                  <a:pt x="112440" y="10046"/>
                </a:lnTo>
                <a:lnTo>
                  <a:pt x="110691" y="8855"/>
                </a:lnTo>
                <a:lnTo>
                  <a:pt x="108905" y="7665"/>
                </a:lnTo>
                <a:lnTo>
                  <a:pt x="107082" y="6548"/>
                </a:lnTo>
                <a:lnTo>
                  <a:pt x="105147" y="5432"/>
                </a:lnTo>
                <a:lnTo>
                  <a:pt x="103212" y="4353"/>
                </a:lnTo>
                <a:lnTo>
                  <a:pt x="101947" y="3683"/>
                </a:lnTo>
                <a:lnTo>
                  <a:pt x="100645" y="3051"/>
                </a:lnTo>
                <a:lnTo>
                  <a:pt x="99380" y="2456"/>
                </a:lnTo>
                <a:lnTo>
                  <a:pt x="98078" y="1898"/>
                </a:lnTo>
                <a:lnTo>
                  <a:pt x="96775" y="1377"/>
                </a:lnTo>
                <a:lnTo>
                  <a:pt x="95473" y="893"/>
                </a:lnTo>
                <a:lnTo>
                  <a:pt x="94134" y="409"/>
                </a:lnTo>
                <a:lnTo>
                  <a:pt x="9279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5" name="Google Shape;155;p14"/>
          <p:cNvSpPr>
            <a:spLocks noGrp="1"/>
          </p:cNvSpPr>
          <p:nvPr>
            <p:ph type="pic" idx="2"/>
          </p:nvPr>
        </p:nvSpPr>
        <p:spPr>
          <a:xfrm>
            <a:off x="3138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56" name="Google Shape;156;p14"/>
          <p:cNvSpPr/>
          <p:nvPr/>
        </p:nvSpPr>
        <p:spPr>
          <a:xfrm>
            <a:off x="-1692" y="0"/>
            <a:ext cx="1834577" cy="1066372"/>
          </a:xfrm>
          <a:custGeom>
            <a:avLst/>
            <a:gdLst/>
            <a:ahLst/>
            <a:cxnLst/>
            <a:rect l="l" t="t" r="r" b="b"/>
            <a:pathLst>
              <a:path w="59978" h="34863" extrusionOk="0">
                <a:moveTo>
                  <a:pt x="57485" y="0"/>
                </a:moveTo>
                <a:lnTo>
                  <a:pt x="55848" y="446"/>
                </a:lnTo>
                <a:lnTo>
                  <a:pt x="54248" y="930"/>
                </a:lnTo>
                <a:lnTo>
                  <a:pt x="52611" y="1414"/>
                </a:lnTo>
                <a:lnTo>
                  <a:pt x="50974" y="1972"/>
                </a:lnTo>
                <a:lnTo>
                  <a:pt x="49299" y="2567"/>
                </a:lnTo>
                <a:lnTo>
                  <a:pt x="47662" y="3163"/>
                </a:lnTo>
                <a:lnTo>
                  <a:pt x="45988" y="3832"/>
                </a:lnTo>
                <a:lnTo>
                  <a:pt x="44314" y="4502"/>
                </a:lnTo>
                <a:lnTo>
                  <a:pt x="42639" y="5246"/>
                </a:lnTo>
                <a:lnTo>
                  <a:pt x="40965" y="5990"/>
                </a:lnTo>
                <a:lnTo>
                  <a:pt x="39291" y="6772"/>
                </a:lnTo>
                <a:lnTo>
                  <a:pt x="37579" y="7627"/>
                </a:lnTo>
                <a:lnTo>
                  <a:pt x="35905" y="8483"/>
                </a:lnTo>
                <a:lnTo>
                  <a:pt x="34193" y="9376"/>
                </a:lnTo>
                <a:lnTo>
                  <a:pt x="32482" y="10306"/>
                </a:lnTo>
                <a:lnTo>
                  <a:pt x="30770" y="11274"/>
                </a:lnTo>
                <a:lnTo>
                  <a:pt x="28203" y="12762"/>
                </a:lnTo>
                <a:lnTo>
                  <a:pt x="25710" y="14287"/>
                </a:lnTo>
                <a:lnTo>
                  <a:pt x="23292" y="15850"/>
                </a:lnTo>
                <a:lnTo>
                  <a:pt x="20910" y="17413"/>
                </a:lnTo>
                <a:lnTo>
                  <a:pt x="18641" y="18976"/>
                </a:lnTo>
                <a:lnTo>
                  <a:pt x="16483" y="20538"/>
                </a:lnTo>
                <a:lnTo>
                  <a:pt x="14362" y="22101"/>
                </a:lnTo>
                <a:lnTo>
                  <a:pt x="12353" y="23626"/>
                </a:lnTo>
                <a:lnTo>
                  <a:pt x="10455" y="25115"/>
                </a:lnTo>
                <a:lnTo>
                  <a:pt x="8632" y="26603"/>
                </a:lnTo>
                <a:lnTo>
                  <a:pt x="6921" y="28017"/>
                </a:lnTo>
                <a:lnTo>
                  <a:pt x="5283" y="29356"/>
                </a:lnTo>
                <a:lnTo>
                  <a:pt x="2418" y="31886"/>
                </a:lnTo>
                <a:lnTo>
                  <a:pt x="0" y="34082"/>
                </a:lnTo>
                <a:lnTo>
                  <a:pt x="0" y="34863"/>
                </a:lnTo>
                <a:lnTo>
                  <a:pt x="2381" y="32705"/>
                </a:lnTo>
                <a:lnTo>
                  <a:pt x="5246" y="30175"/>
                </a:lnTo>
                <a:lnTo>
                  <a:pt x="6846" y="28835"/>
                </a:lnTo>
                <a:lnTo>
                  <a:pt x="8558" y="27384"/>
                </a:lnTo>
                <a:lnTo>
                  <a:pt x="10418" y="25933"/>
                </a:lnTo>
                <a:lnTo>
                  <a:pt x="12353" y="24408"/>
                </a:lnTo>
                <a:lnTo>
                  <a:pt x="14362" y="22845"/>
                </a:lnTo>
                <a:lnTo>
                  <a:pt x="16520" y="21245"/>
                </a:lnTo>
                <a:lnTo>
                  <a:pt x="18715" y="19682"/>
                </a:lnTo>
                <a:lnTo>
                  <a:pt x="21059" y="18045"/>
                </a:lnTo>
                <a:lnTo>
                  <a:pt x="23440" y="16483"/>
                </a:lnTo>
                <a:lnTo>
                  <a:pt x="25896" y="14883"/>
                </a:lnTo>
                <a:lnTo>
                  <a:pt x="28463" y="13320"/>
                </a:lnTo>
                <a:lnTo>
                  <a:pt x="31068" y="11757"/>
                </a:lnTo>
                <a:lnTo>
                  <a:pt x="32928" y="10716"/>
                </a:lnTo>
                <a:lnTo>
                  <a:pt x="34789" y="9711"/>
                </a:lnTo>
                <a:lnTo>
                  <a:pt x="36649" y="8744"/>
                </a:lnTo>
                <a:lnTo>
                  <a:pt x="38472" y="7851"/>
                </a:lnTo>
                <a:lnTo>
                  <a:pt x="40295" y="6958"/>
                </a:lnTo>
                <a:lnTo>
                  <a:pt x="42156" y="6102"/>
                </a:lnTo>
                <a:lnTo>
                  <a:pt x="43979" y="5321"/>
                </a:lnTo>
                <a:lnTo>
                  <a:pt x="45765" y="4539"/>
                </a:lnTo>
                <a:lnTo>
                  <a:pt x="47588" y="3832"/>
                </a:lnTo>
                <a:lnTo>
                  <a:pt x="49374" y="3163"/>
                </a:lnTo>
                <a:lnTo>
                  <a:pt x="51160" y="2530"/>
                </a:lnTo>
                <a:lnTo>
                  <a:pt x="52946" y="1935"/>
                </a:lnTo>
                <a:lnTo>
                  <a:pt x="54732" y="1377"/>
                </a:lnTo>
                <a:lnTo>
                  <a:pt x="56480" y="893"/>
                </a:lnTo>
                <a:lnTo>
                  <a:pt x="58229" y="409"/>
                </a:lnTo>
                <a:lnTo>
                  <a:pt x="59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8" name="Google Shape;158;p14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4">
  <p:cSld name="BLANK_1_1_1_1_1_1_1_1_1_1_1_1_2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/>
          <p:cNvPicPr preferRelativeResize="0"/>
          <p:nvPr/>
        </p:nvPicPr>
        <p:blipFill rotWithShape="1">
          <a:blip r:embed="rId2">
            <a:alphaModFix/>
          </a:blip>
          <a:srcRect b="50879"/>
          <a:stretch/>
        </p:blipFill>
        <p:spPr>
          <a:xfrm rot="10800000">
            <a:off x="4511648" y="-5102"/>
            <a:ext cx="3255127" cy="159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/>
          <p:nvPr/>
        </p:nvSpPr>
        <p:spPr>
          <a:xfrm>
            <a:off x="5160582" y="1163682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62" name="Google Shape;162;p15"/>
          <p:cNvPicPr preferRelativeResize="0"/>
          <p:nvPr/>
        </p:nvPicPr>
        <p:blipFill rotWithShape="1">
          <a:blip r:embed="rId3">
            <a:alphaModFix/>
          </a:blip>
          <a:srcRect t="39965"/>
          <a:stretch/>
        </p:blipFill>
        <p:spPr>
          <a:xfrm rot="10800000">
            <a:off x="4410800" y="2763370"/>
            <a:ext cx="3992800" cy="23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/>
          <p:nvPr/>
        </p:nvSpPr>
        <p:spPr>
          <a:xfrm>
            <a:off x="5269687" y="0"/>
            <a:ext cx="3874304" cy="2438400"/>
          </a:xfrm>
          <a:custGeom>
            <a:avLst/>
            <a:gdLst/>
            <a:ahLst/>
            <a:cxnLst/>
            <a:rect l="l" t="t" r="r" b="b"/>
            <a:pathLst>
              <a:path w="121072" h="76200" extrusionOk="0">
                <a:moveTo>
                  <a:pt x="0" y="0"/>
                </a:moveTo>
                <a:lnTo>
                  <a:pt x="1675" y="2456"/>
                </a:lnTo>
                <a:lnTo>
                  <a:pt x="3349" y="4800"/>
                </a:lnTo>
                <a:lnTo>
                  <a:pt x="4837" y="6883"/>
                </a:lnTo>
                <a:lnTo>
                  <a:pt x="6363" y="8930"/>
                </a:lnTo>
                <a:lnTo>
                  <a:pt x="7851" y="10902"/>
                </a:lnTo>
                <a:lnTo>
                  <a:pt x="9377" y="12874"/>
                </a:lnTo>
                <a:lnTo>
                  <a:pt x="10902" y="14771"/>
                </a:lnTo>
                <a:lnTo>
                  <a:pt x="12427" y="16594"/>
                </a:lnTo>
                <a:lnTo>
                  <a:pt x="13953" y="18417"/>
                </a:lnTo>
                <a:lnTo>
                  <a:pt x="15478" y="20166"/>
                </a:lnTo>
                <a:lnTo>
                  <a:pt x="17004" y="21878"/>
                </a:lnTo>
                <a:lnTo>
                  <a:pt x="18529" y="23552"/>
                </a:lnTo>
                <a:lnTo>
                  <a:pt x="20092" y="25189"/>
                </a:lnTo>
                <a:lnTo>
                  <a:pt x="21618" y="26752"/>
                </a:lnTo>
                <a:lnTo>
                  <a:pt x="23180" y="28277"/>
                </a:lnTo>
                <a:lnTo>
                  <a:pt x="24706" y="29766"/>
                </a:lnTo>
                <a:lnTo>
                  <a:pt x="26268" y="31179"/>
                </a:lnTo>
                <a:lnTo>
                  <a:pt x="27794" y="32556"/>
                </a:lnTo>
                <a:lnTo>
                  <a:pt x="29208" y="33784"/>
                </a:lnTo>
                <a:lnTo>
                  <a:pt x="30622" y="34975"/>
                </a:lnTo>
                <a:lnTo>
                  <a:pt x="32036" y="36091"/>
                </a:lnTo>
                <a:lnTo>
                  <a:pt x="33449" y="37170"/>
                </a:lnTo>
                <a:lnTo>
                  <a:pt x="34863" y="38249"/>
                </a:lnTo>
                <a:lnTo>
                  <a:pt x="36277" y="39253"/>
                </a:lnTo>
                <a:lnTo>
                  <a:pt x="37654" y="40221"/>
                </a:lnTo>
                <a:lnTo>
                  <a:pt x="39068" y="41114"/>
                </a:lnTo>
                <a:lnTo>
                  <a:pt x="40482" y="42007"/>
                </a:lnTo>
                <a:lnTo>
                  <a:pt x="41858" y="42825"/>
                </a:lnTo>
                <a:lnTo>
                  <a:pt x="43272" y="43607"/>
                </a:lnTo>
                <a:lnTo>
                  <a:pt x="44649" y="44351"/>
                </a:lnTo>
                <a:lnTo>
                  <a:pt x="46025" y="45058"/>
                </a:lnTo>
                <a:lnTo>
                  <a:pt x="47402" y="45727"/>
                </a:lnTo>
                <a:lnTo>
                  <a:pt x="48779" y="46323"/>
                </a:lnTo>
                <a:lnTo>
                  <a:pt x="50155" y="46918"/>
                </a:lnTo>
                <a:lnTo>
                  <a:pt x="51420" y="47402"/>
                </a:lnTo>
                <a:lnTo>
                  <a:pt x="52685" y="47848"/>
                </a:lnTo>
                <a:lnTo>
                  <a:pt x="53913" y="48220"/>
                </a:lnTo>
                <a:lnTo>
                  <a:pt x="55141" y="48592"/>
                </a:lnTo>
                <a:lnTo>
                  <a:pt x="56369" y="48927"/>
                </a:lnTo>
                <a:lnTo>
                  <a:pt x="57597" y="49225"/>
                </a:lnTo>
                <a:lnTo>
                  <a:pt x="58787" y="49448"/>
                </a:lnTo>
                <a:lnTo>
                  <a:pt x="59978" y="49671"/>
                </a:lnTo>
                <a:lnTo>
                  <a:pt x="61169" y="49820"/>
                </a:lnTo>
                <a:lnTo>
                  <a:pt x="62359" y="49969"/>
                </a:lnTo>
                <a:lnTo>
                  <a:pt x="63513" y="50043"/>
                </a:lnTo>
                <a:lnTo>
                  <a:pt x="64666" y="50081"/>
                </a:lnTo>
                <a:lnTo>
                  <a:pt x="65782" y="50118"/>
                </a:lnTo>
                <a:lnTo>
                  <a:pt x="66936" y="50081"/>
                </a:lnTo>
                <a:lnTo>
                  <a:pt x="68052" y="50006"/>
                </a:lnTo>
                <a:lnTo>
                  <a:pt x="69168" y="49895"/>
                </a:lnTo>
                <a:lnTo>
                  <a:pt x="70210" y="49746"/>
                </a:lnTo>
                <a:lnTo>
                  <a:pt x="71252" y="49560"/>
                </a:lnTo>
                <a:lnTo>
                  <a:pt x="72256" y="49336"/>
                </a:lnTo>
                <a:lnTo>
                  <a:pt x="73261" y="49076"/>
                </a:lnTo>
                <a:lnTo>
                  <a:pt x="74266" y="48778"/>
                </a:lnTo>
                <a:lnTo>
                  <a:pt x="75196" y="48443"/>
                </a:lnTo>
                <a:lnTo>
                  <a:pt x="76163" y="48071"/>
                </a:lnTo>
                <a:lnTo>
                  <a:pt x="77093" y="47699"/>
                </a:lnTo>
                <a:lnTo>
                  <a:pt x="77986" y="47253"/>
                </a:lnTo>
                <a:lnTo>
                  <a:pt x="78842" y="46769"/>
                </a:lnTo>
                <a:lnTo>
                  <a:pt x="79698" y="46285"/>
                </a:lnTo>
                <a:lnTo>
                  <a:pt x="80554" y="45765"/>
                </a:lnTo>
                <a:lnTo>
                  <a:pt x="81372" y="45169"/>
                </a:lnTo>
                <a:lnTo>
                  <a:pt x="82153" y="44574"/>
                </a:lnTo>
                <a:lnTo>
                  <a:pt x="82898" y="43941"/>
                </a:lnTo>
                <a:lnTo>
                  <a:pt x="83642" y="43309"/>
                </a:lnTo>
                <a:lnTo>
                  <a:pt x="84311" y="43979"/>
                </a:lnTo>
                <a:lnTo>
                  <a:pt x="86172" y="45951"/>
                </a:lnTo>
                <a:lnTo>
                  <a:pt x="88107" y="47923"/>
                </a:lnTo>
                <a:lnTo>
                  <a:pt x="90079" y="49895"/>
                </a:lnTo>
                <a:lnTo>
                  <a:pt x="92051" y="51866"/>
                </a:lnTo>
                <a:lnTo>
                  <a:pt x="94134" y="53801"/>
                </a:lnTo>
                <a:lnTo>
                  <a:pt x="96218" y="55773"/>
                </a:lnTo>
                <a:lnTo>
                  <a:pt x="98339" y="57708"/>
                </a:lnTo>
                <a:lnTo>
                  <a:pt x="100497" y="59643"/>
                </a:lnTo>
                <a:lnTo>
                  <a:pt x="102729" y="61577"/>
                </a:lnTo>
                <a:lnTo>
                  <a:pt x="104961" y="63475"/>
                </a:lnTo>
                <a:lnTo>
                  <a:pt x="107268" y="65410"/>
                </a:lnTo>
                <a:lnTo>
                  <a:pt x="109575" y="67307"/>
                </a:lnTo>
                <a:lnTo>
                  <a:pt x="111956" y="69205"/>
                </a:lnTo>
                <a:lnTo>
                  <a:pt x="114338" y="71102"/>
                </a:lnTo>
                <a:lnTo>
                  <a:pt x="116756" y="72963"/>
                </a:lnTo>
                <a:lnTo>
                  <a:pt x="119249" y="74860"/>
                </a:lnTo>
                <a:lnTo>
                  <a:pt x="121072" y="76200"/>
                </a:lnTo>
                <a:lnTo>
                  <a:pt x="121072" y="75456"/>
                </a:lnTo>
                <a:lnTo>
                  <a:pt x="119621" y="74377"/>
                </a:lnTo>
                <a:lnTo>
                  <a:pt x="117128" y="72516"/>
                </a:lnTo>
                <a:lnTo>
                  <a:pt x="114710" y="70619"/>
                </a:lnTo>
                <a:lnTo>
                  <a:pt x="112328" y="68758"/>
                </a:lnTo>
                <a:lnTo>
                  <a:pt x="109947" y="66861"/>
                </a:lnTo>
                <a:lnTo>
                  <a:pt x="107640" y="64963"/>
                </a:lnTo>
                <a:lnTo>
                  <a:pt x="105333" y="63029"/>
                </a:lnTo>
                <a:lnTo>
                  <a:pt x="103101" y="61131"/>
                </a:lnTo>
                <a:lnTo>
                  <a:pt x="100906" y="59196"/>
                </a:lnTo>
                <a:lnTo>
                  <a:pt x="98748" y="57261"/>
                </a:lnTo>
                <a:lnTo>
                  <a:pt x="96627" y="55327"/>
                </a:lnTo>
                <a:lnTo>
                  <a:pt x="94543" y="53392"/>
                </a:lnTo>
                <a:lnTo>
                  <a:pt x="92497" y="51420"/>
                </a:lnTo>
                <a:lnTo>
                  <a:pt x="90488" y="49485"/>
                </a:lnTo>
                <a:lnTo>
                  <a:pt x="88516" y="47513"/>
                </a:lnTo>
                <a:lnTo>
                  <a:pt x="86618" y="45541"/>
                </a:lnTo>
                <a:lnTo>
                  <a:pt x="84721" y="43569"/>
                </a:lnTo>
                <a:lnTo>
                  <a:pt x="84088" y="42900"/>
                </a:lnTo>
                <a:lnTo>
                  <a:pt x="84795" y="42155"/>
                </a:lnTo>
                <a:lnTo>
                  <a:pt x="85465" y="41411"/>
                </a:lnTo>
                <a:lnTo>
                  <a:pt x="86135" y="40667"/>
                </a:lnTo>
                <a:lnTo>
                  <a:pt x="86730" y="39849"/>
                </a:lnTo>
                <a:lnTo>
                  <a:pt x="87325" y="38993"/>
                </a:lnTo>
                <a:lnTo>
                  <a:pt x="87921" y="38137"/>
                </a:lnTo>
                <a:lnTo>
                  <a:pt x="88441" y="37244"/>
                </a:lnTo>
                <a:lnTo>
                  <a:pt x="88962" y="36351"/>
                </a:lnTo>
                <a:lnTo>
                  <a:pt x="89446" y="35384"/>
                </a:lnTo>
                <a:lnTo>
                  <a:pt x="89893" y="34416"/>
                </a:lnTo>
                <a:lnTo>
                  <a:pt x="90339" y="33412"/>
                </a:lnTo>
                <a:lnTo>
                  <a:pt x="90711" y="32407"/>
                </a:lnTo>
                <a:lnTo>
                  <a:pt x="91083" y="31365"/>
                </a:lnTo>
                <a:lnTo>
                  <a:pt x="91418" y="30286"/>
                </a:lnTo>
                <a:lnTo>
                  <a:pt x="91716" y="29170"/>
                </a:lnTo>
                <a:lnTo>
                  <a:pt x="91976" y="28054"/>
                </a:lnTo>
                <a:lnTo>
                  <a:pt x="92125" y="27235"/>
                </a:lnTo>
                <a:lnTo>
                  <a:pt x="92274" y="26380"/>
                </a:lnTo>
                <a:lnTo>
                  <a:pt x="92385" y="25524"/>
                </a:lnTo>
                <a:lnTo>
                  <a:pt x="92460" y="24668"/>
                </a:lnTo>
                <a:lnTo>
                  <a:pt x="92497" y="23812"/>
                </a:lnTo>
                <a:lnTo>
                  <a:pt x="92534" y="22919"/>
                </a:lnTo>
                <a:lnTo>
                  <a:pt x="92534" y="22027"/>
                </a:lnTo>
                <a:lnTo>
                  <a:pt x="92497" y="21134"/>
                </a:lnTo>
                <a:lnTo>
                  <a:pt x="92423" y="20203"/>
                </a:lnTo>
                <a:lnTo>
                  <a:pt x="92311" y="19310"/>
                </a:lnTo>
                <a:lnTo>
                  <a:pt x="92199" y="18380"/>
                </a:lnTo>
                <a:lnTo>
                  <a:pt x="92051" y="17450"/>
                </a:lnTo>
                <a:lnTo>
                  <a:pt x="91864" y="16483"/>
                </a:lnTo>
                <a:lnTo>
                  <a:pt x="91678" y="15553"/>
                </a:lnTo>
                <a:lnTo>
                  <a:pt x="91418" y="14585"/>
                </a:lnTo>
                <a:lnTo>
                  <a:pt x="91158" y="13618"/>
                </a:lnTo>
                <a:lnTo>
                  <a:pt x="90637" y="11943"/>
                </a:lnTo>
                <a:lnTo>
                  <a:pt x="90041" y="10269"/>
                </a:lnTo>
                <a:lnTo>
                  <a:pt x="89372" y="8558"/>
                </a:lnTo>
                <a:lnTo>
                  <a:pt x="88590" y="6883"/>
                </a:lnTo>
                <a:lnTo>
                  <a:pt x="87772" y="5172"/>
                </a:lnTo>
                <a:lnTo>
                  <a:pt x="86842" y="3423"/>
                </a:lnTo>
                <a:lnTo>
                  <a:pt x="85837" y="1712"/>
                </a:lnTo>
                <a:lnTo>
                  <a:pt x="84795" y="0"/>
                </a:lnTo>
                <a:lnTo>
                  <a:pt x="84088" y="0"/>
                </a:lnTo>
                <a:lnTo>
                  <a:pt x="85167" y="1749"/>
                </a:lnTo>
                <a:lnTo>
                  <a:pt x="86209" y="3497"/>
                </a:lnTo>
                <a:lnTo>
                  <a:pt x="87139" y="5209"/>
                </a:lnTo>
                <a:lnTo>
                  <a:pt x="87995" y="6958"/>
                </a:lnTo>
                <a:lnTo>
                  <a:pt x="88776" y="8669"/>
                </a:lnTo>
                <a:lnTo>
                  <a:pt x="89446" y="10381"/>
                </a:lnTo>
                <a:lnTo>
                  <a:pt x="90079" y="12092"/>
                </a:lnTo>
                <a:lnTo>
                  <a:pt x="90599" y="13804"/>
                </a:lnTo>
                <a:lnTo>
                  <a:pt x="90860" y="14734"/>
                </a:lnTo>
                <a:lnTo>
                  <a:pt x="91083" y="15664"/>
                </a:lnTo>
                <a:lnTo>
                  <a:pt x="91306" y="16594"/>
                </a:lnTo>
                <a:lnTo>
                  <a:pt x="91455" y="17524"/>
                </a:lnTo>
                <a:lnTo>
                  <a:pt x="91604" y="18455"/>
                </a:lnTo>
                <a:lnTo>
                  <a:pt x="91716" y="19348"/>
                </a:lnTo>
                <a:lnTo>
                  <a:pt x="91827" y="20241"/>
                </a:lnTo>
                <a:lnTo>
                  <a:pt x="91902" y="21134"/>
                </a:lnTo>
                <a:lnTo>
                  <a:pt x="91939" y="22027"/>
                </a:lnTo>
                <a:lnTo>
                  <a:pt x="91939" y="22919"/>
                </a:lnTo>
                <a:lnTo>
                  <a:pt x="91902" y="23775"/>
                </a:lnTo>
                <a:lnTo>
                  <a:pt x="91864" y="24631"/>
                </a:lnTo>
                <a:lnTo>
                  <a:pt x="91790" y="25450"/>
                </a:lnTo>
                <a:lnTo>
                  <a:pt x="91678" y="26305"/>
                </a:lnTo>
                <a:lnTo>
                  <a:pt x="91530" y="27124"/>
                </a:lnTo>
                <a:lnTo>
                  <a:pt x="91381" y="27942"/>
                </a:lnTo>
                <a:lnTo>
                  <a:pt x="91120" y="29021"/>
                </a:lnTo>
                <a:lnTo>
                  <a:pt x="90823" y="30100"/>
                </a:lnTo>
                <a:lnTo>
                  <a:pt x="90525" y="31142"/>
                </a:lnTo>
                <a:lnTo>
                  <a:pt x="90153" y="32184"/>
                </a:lnTo>
                <a:lnTo>
                  <a:pt x="89781" y="33189"/>
                </a:lnTo>
                <a:lnTo>
                  <a:pt x="89372" y="34156"/>
                </a:lnTo>
                <a:lnTo>
                  <a:pt x="88925" y="35123"/>
                </a:lnTo>
                <a:lnTo>
                  <a:pt x="88441" y="36054"/>
                </a:lnTo>
                <a:lnTo>
                  <a:pt x="87958" y="36946"/>
                </a:lnTo>
                <a:lnTo>
                  <a:pt x="87400" y="37802"/>
                </a:lnTo>
                <a:lnTo>
                  <a:pt x="86842" y="38658"/>
                </a:lnTo>
                <a:lnTo>
                  <a:pt x="86283" y="39477"/>
                </a:lnTo>
                <a:lnTo>
                  <a:pt x="85651" y="40258"/>
                </a:lnTo>
                <a:lnTo>
                  <a:pt x="85018" y="41002"/>
                </a:lnTo>
                <a:lnTo>
                  <a:pt x="84349" y="41746"/>
                </a:lnTo>
                <a:lnTo>
                  <a:pt x="83679" y="42453"/>
                </a:lnTo>
                <a:lnTo>
                  <a:pt x="81484" y="40035"/>
                </a:lnTo>
                <a:lnTo>
                  <a:pt x="79363" y="37653"/>
                </a:lnTo>
                <a:lnTo>
                  <a:pt x="77317" y="35235"/>
                </a:lnTo>
                <a:lnTo>
                  <a:pt x="75307" y="32817"/>
                </a:lnTo>
                <a:lnTo>
                  <a:pt x="73373" y="30398"/>
                </a:lnTo>
                <a:lnTo>
                  <a:pt x="71512" y="27980"/>
                </a:lnTo>
                <a:lnTo>
                  <a:pt x="69726" y="25561"/>
                </a:lnTo>
                <a:lnTo>
                  <a:pt x="67978" y="23143"/>
                </a:lnTo>
                <a:lnTo>
                  <a:pt x="66303" y="20687"/>
                </a:lnTo>
                <a:lnTo>
                  <a:pt x="64703" y="18269"/>
                </a:lnTo>
                <a:lnTo>
                  <a:pt x="63178" y="15850"/>
                </a:lnTo>
                <a:lnTo>
                  <a:pt x="61727" y="13395"/>
                </a:lnTo>
                <a:lnTo>
                  <a:pt x="60313" y="10976"/>
                </a:lnTo>
                <a:lnTo>
                  <a:pt x="58973" y="8558"/>
                </a:lnTo>
                <a:lnTo>
                  <a:pt x="57708" y="6102"/>
                </a:lnTo>
                <a:lnTo>
                  <a:pt x="56518" y="3683"/>
                </a:lnTo>
                <a:lnTo>
                  <a:pt x="55662" y="1823"/>
                </a:lnTo>
                <a:lnTo>
                  <a:pt x="54843" y="0"/>
                </a:lnTo>
                <a:lnTo>
                  <a:pt x="54174" y="0"/>
                </a:lnTo>
                <a:lnTo>
                  <a:pt x="55067" y="1935"/>
                </a:lnTo>
                <a:lnTo>
                  <a:pt x="55997" y="3944"/>
                </a:lnTo>
                <a:lnTo>
                  <a:pt x="57188" y="6400"/>
                </a:lnTo>
                <a:lnTo>
                  <a:pt x="58453" y="8818"/>
                </a:lnTo>
                <a:lnTo>
                  <a:pt x="59792" y="11274"/>
                </a:lnTo>
                <a:lnTo>
                  <a:pt x="61206" y="13692"/>
                </a:lnTo>
                <a:lnTo>
                  <a:pt x="62657" y="16148"/>
                </a:lnTo>
                <a:lnTo>
                  <a:pt x="64220" y="18603"/>
                </a:lnTo>
                <a:lnTo>
                  <a:pt x="65820" y="21022"/>
                </a:lnTo>
                <a:lnTo>
                  <a:pt x="67494" y="23478"/>
                </a:lnTo>
                <a:lnTo>
                  <a:pt x="69243" y="25896"/>
                </a:lnTo>
                <a:lnTo>
                  <a:pt x="71029" y="28352"/>
                </a:lnTo>
                <a:lnTo>
                  <a:pt x="72926" y="30770"/>
                </a:lnTo>
                <a:lnTo>
                  <a:pt x="74861" y="33189"/>
                </a:lnTo>
                <a:lnTo>
                  <a:pt x="76833" y="35607"/>
                </a:lnTo>
                <a:lnTo>
                  <a:pt x="78916" y="38026"/>
                </a:lnTo>
                <a:lnTo>
                  <a:pt x="81037" y="40444"/>
                </a:lnTo>
                <a:lnTo>
                  <a:pt x="83232" y="42862"/>
                </a:lnTo>
                <a:lnTo>
                  <a:pt x="82526" y="43495"/>
                </a:lnTo>
                <a:lnTo>
                  <a:pt x="81781" y="44127"/>
                </a:lnTo>
                <a:lnTo>
                  <a:pt x="81000" y="44686"/>
                </a:lnTo>
                <a:lnTo>
                  <a:pt x="80219" y="45244"/>
                </a:lnTo>
                <a:lnTo>
                  <a:pt x="79400" y="45765"/>
                </a:lnTo>
                <a:lnTo>
                  <a:pt x="78544" y="46285"/>
                </a:lnTo>
                <a:lnTo>
                  <a:pt x="77689" y="46732"/>
                </a:lnTo>
                <a:lnTo>
                  <a:pt x="76833" y="47141"/>
                </a:lnTo>
                <a:lnTo>
                  <a:pt x="75903" y="47550"/>
                </a:lnTo>
                <a:lnTo>
                  <a:pt x="75010" y="47885"/>
                </a:lnTo>
                <a:lnTo>
                  <a:pt x="74042" y="48220"/>
                </a:lnTo>
                <a:lnTo>
                  <a:pt x="73112" y="48518"/>
                </a:lnTo>
                <a:lnTo>
                  <a:pt x="72108" y="48741"/>
                </a:lnTo>
                <a:lnTo>
                  <a:pt x="71140" y="48964"/>
                </a:lnTo>
                <a:lnTo>
                  <a:pt x="70098" y="49150"/>
                </a:lnTo>
                <a:lnTo>
                  <a:pt x="69094" y="49299"/>
                </a:lnTo>
                <a:lnTo>
                  <a:pt x="67978" y="49411"/>
                </a:lnTo>
                <a:lnTo>
                  <a:pt x="66899" y="49485"/>
                </a:lnTo>
                <a:lnTo>
                  <a:pt x="65782" y="49522"/>
                </a:lnTo>
                <a:lnTo>
                  <a:pt x="64666" y="49485"/>
                </a:lnTo>
                <a:lnTo>
                  <a:pt x="63513" y="49448"/>
                </a:lnTo>
                <a:lnTo>
                  <a:pt x="62397" y="49374"/>
                </a:lnTo>
                <a:lnTo>
                  <a:pt x="61243" y="49225"/>
                </a:lnTo>
                <a:lnTo>
                  <a:pt x="60052" y="49076"/>
                </a:lnTo>
                <a:lnTo>
                  <a:pt x="58899" y="48890"/>
                </a:lnTo>
                <a:lnTo>
                  <a:pt x="57708" y="48629"/>
                </a:lnTo>
                <a:lnTo>
                  <a:pt x="56518" y="48332"/>
                </a:lnTo>
                <a:lnTo>
                  <a:pt x="55290" y="48034"/>
                </a:lnTo>
                <a:lnTo>
                  <a:pt x="54099" y="47662"/>
                </a:lnTo>
                <a:lnTo>
                  <a:pt x="52872" y="47253"/>
                </a:lnTo>
                <a:lnTo>
                  <a:pt x="51644" y="46844"/>
                </a:lnTo>
                <a:lnTo>
                  <a:pt x="50379" y="46360"/>
                </a:lnTo>
                <a:lnTo>
                  <a:pt x="49039" y="45802"/>
                </a:lnTo>
                <a:lnTo>
                  <a:pt x="47663" y="45169"/>
                </a:lnTo>
                <a:lnTo>
                  <a:pt x="46286" y="44537"/>
                </a:lnTo>
                <a:lnTo>
                  <a:pt x="44909" y="43830"/>
                </a:lnTo>
                <a:lnTo>
                  <a:pt x="43533" y="43086"/>
                </a:lnTo>
                <a:lnTo>
                  <a:pt x="42156" y="42304"/>
                </a:lnTo>
                <a:lnTo>
                  <a:pt x="40779" y="41486"/>
                </a:lnTo>
                <a:lnTo>
                  <a:pt x="39403" y="40630"/>
                </a:lnTo>
                <a:lnTo>
                  <a:pt x="37989" y="39700"/>
                </a:lnTo>
                <a:lnTo>
                  <a:pt x="36612" y="38732"/>
                </a:lnTo>
                <a:lnTo>
                  <a:pt x="35198" y="37765"/>
                </a:lnTo>
                <a:lnTo>
                  <a:pt x="33784" y="36723"/>
                </a:lnTo>
                <a:lnTo>
                  <a:pt x="32408" y="35607"/>
                </a:lnTo>
                <a:lnTo>
                  <a:pt x="30994" y="34491"/>
                </a:lnTo>
                <a:lnTo>
                  <a:pt x="29580" y="33337"/>
                </a:lnTo>
                <a:lnTo>
                  <a:pt x="28203" y="32110"/>
                </a:lnTo>
                <a:lnTo>
                  <a:pt x="26641" y="30733"/>
                </a:lnTo>
                <a:lnTo>
                  <a:pt x="25115" y="29319"/>
                </a:lnTo>
                <a:lnTo>
                  <a:pt x="23590" y="27868"/>
                </a:lnTo>
                <a:lnTo>
                  <a:pt x="22027" y="26343"/>
                </a:lnTo>
                <a:lnTo>
                  <a:pt x="20501" y="24780"/>
                </a:lnTo>
                <a:lnTo>
                  <a:pt x="18976" y="23143"/>
                </a:lnTo>
                <a:lnTo>
                  <a:pt x="17450" y="21506"/>
                </a:lnTo>
                <a:lnTo>
                  <a:pt x="15925" y="19794"/>
                </a:lnTo>
                <a:lnTo>
                  <a:pt x="14399" y="18008"/>
                </a:lnTo>
                <a:lnTo>
                  <a:pt x="12874" y="16222"/>
                </a:lnTo>
                <a:lnTo>
                  <a:pt x="11348" y="14362"/>
                </a:lnTo>
                <a:lnTo>
                  <a:pt x="9823" y="12502"/>
                </a:lnTo>
                <a:lnTo>
                  <a:pt x="8335" y="10530"/>
                </a:lnTo>
                <a:lnTo>
                  <a:pt x="6809" y="8558"/>
                </a:lnTo>
                <a:lnTo>
                  <a:pt x="5321" y="6548"/>
                </a:lnTo>
                <a:lnTo>
                  <a:pt x="3833" y="4465"/>
                </a:lnTo>
                <a:lnTo>
                  <a:pt x="2270" y="2270"/>
                </a:lnTo>
                <a:lnTo>
                  <a:pt x="7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2"/>
          </p:nvPr>
        </p:nvSpPr>
        <p:spPr>
          <a:xfrm>
            <a:off x="52123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66" name="Google Shape;166;p1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4680310" y="3856552"/>
            <a:ext cx="2576544" cy="1302560"/>
          </a:xfrm>
          <a:custGeom>
            <a:avLst/>
            <a:gdLst/>
            <a:ahLst/>
            <a:cxnLst/>
            <a:rect l="l" t="t" r="r" b="b"/>
            <a:pathLst>
              <a:path w="80517" h="40705" extrusionOk="0">
                <a:moveTo>
                  <a:pt x="2568" y="1"/>
                </a:moveTo>
                <a:lnTo>
                  <a:pt x="2122" y="75"/>
                </a:lnTo>
                <a:lnTo>
                  <a:pt x="1750" y="149"/>
                </a:lnTo>
                <a:lnTo>
                  <a:pt x="1378" y="261"/>
                </a:lnTo>
                <a:lnTo>
                  <a:pt x="1080" y="447"/>
                </a:lnTo>
                <a:lnTo>
                  <a:pt x="782" y="633"/>
                </a:lnTo>
                <a:lnTo>
                  <a:pt x="559" y="856"/>
                </a:lnTo>
                <a:lnTo>
                  <a:pt x="373" y="1154"/>
                </a:lnTo>
                <a:lnTo>
                  <a:pt x="224" y="1452"/>
                </a:lnTo>
                <a:lnTo>
                  <a:pt x="112" y="1824"/>
                </a:lnTo>
                <a:lnTo>
                  <a:pt x="38" y="2233"/>
                </a:lnTo>
                <a:lnTo>
                  <a:pt x="1" y="2717"/>
                </a:lnTo>
                <a:lnTo>
                  <a:pt x="38" y="3200"/>
                </a:lnTo>
                <a:lnTo>
                  <a:pt x="112" y="3759"/>
                </a:lnTo>
                <a:lnTo>
                  <a:pt x="261" y="4317"/>
                </a:lnTo>
                <a:lnTo>
                  <a:pt x="410" y="4949"/>
                </a:lnTo>
                <a:lnTo>
                  <a:pt x="633" y="5619"/>
                </a:lnTo>
                <a:lnTo>
                  <a:pt x="931" y="6326"/>
                </a:lnTo>
                <a:lnTo>
                  <a:pt x="1229" y="7107"/>
                </a:lnTo>
                <a:lnTo>
                  <a:pt x="1601" y="7888"/>
                </a:lnTo>
                <a:lnTo>
                  <a:pt x="2010" y="8744"/>
                </a:lnTo>
                <a:lnTo>
                  <a:pt x="2977" y="10567"/>
                </a:lnTo>
                <a:lnTo>
                  <a:pt x="4131" y="12539"/>
                </a:lnTo>
                <a:lnTo>
                  <a:pt x="5507" y="14697"/>
                </a:lnTo>
                <a:lnTo>
                  <a:pt x="7033" y="17004"/>
                </a:lnTo>
                <a:lnTo>
                  <a:pt x="8782" y="19497"/>
                </a:lnTo>
                <a:lnTo>
                  <a:pt x="10716" y="22139"/>
                </a:lnTo>
                <a:lnTo>
                  <a:pt x="12800" y="24966"/>
                </a:lnTo>
                <a:lnTo>
                  <a:pt x="15107" y="27980"/>
                </a:lnTo>
                <a:lnTo>
                  <a:pt x="17600" y="31143"/>
                </a:lnTo>
                <a:lnTo>
                  <a:pt x="20279" y="34454"/>
                </a:lnTo>
                <a:lnTo>
                  <a:pt x="22883" y="37617"/>
                </a:lnTo>
                <a:lnTo>
                  <a:pt x="25450" y="40705"/>
                </a:lnTo>
                <a:lnTo>
                  <a:pt x="26232" y="40705"/>
                </a:lnTo>
                <a:lnTo>
                  <a:pt x="23516" y="37431"/>
                </a:lnTo>
                <a:lnTo>
                  <a:pt x="20762" y="34082"/>
                </a:lnTo>
                <a:lnTo>
                  <a:pt x="17525" y="30064"/>
                </a:lnTo>
                <a:lnTo>
                  <a:pt x="14623" y="26343"/>
                </a:lnTo>
                <a:lnTo>
                  <a:pt x="12056" y="22957"/>
                </a:lnTo>
                <a:lnTo>
                  <a:pt x="9786" y="19906"/>
                </a:lnTo>
                <a:lnTo>
                  <a:pt x="7814" y="17116"/>
                </a:lnTo>
                <a:lnTo>
                  <a:pt x="6140" y="14623"/>
                </a:lnTo>
                <a:lnTo>
                  <a:pt x="4726" y="12353"/>
                </a:lnTo>
                <a:lnTo>
                  <a:pt x="3536" y="10381"/>
                </a:lnTo>
                <a:lnTo>
                  <a:pt x="2605" y="8633"/>
                </a:lnTo>
                <a:lnTo>
                  <a:pt x="1861" y="7070"/>
                </a:lnTo>
                <a:lnTo>
                  <a:pt x="1564" y="6400"/>
                </a:lnTo>
                <a:lnTo>
                  <a:pt x="1303" y="5730"/>
                </a:lnTo>
                <a:lnTo>
                  <a:pt x="1080" y="5135"/>
                </a:lnTo>
                <a:lnTo>
                  <a:pt x="931" y="4614"/>
                </a:lnTo>
                <a:lnTo>
                  <a:pt x="782" y="4093"/>
                </a:lnTo>
                <a:lnTo>
                  <a:pt x="708" y="3647"/>
                </a:lnTo>
                <a:lnTo>
                  <a:pt x="633" y="3238"/>
                </a:lnTo>
                <a:lnTo>
                  <a:pt x="596" y="2828"/>
                </a:lnTo>
                <a:lnTo>
                  <a:pt x="596" y="2493"/>
                </a:lnTo>
                <a:lnTo>
                  <a:pt x="633" y="2196"/>
                </a:lnTo>
                <a:lnTo>
                  <a:pt x="708" y="1935"/>
                </a:lnTo>
                <a:lnTo>
                  <a:pt x="782" y="1675"/>
                </a:lnTo>
                <a:lnTo>
                  <a:pt x="894" y="1452"/>
                </a:lnTo>
                <a:lnTo>
                  <a:pt x="1043" y="1228"/>
                </a:lnTo>
                <a:lnTo>
                  <a:pt x="1191" y="1080"/>
                </a:lnTo>
                <a:lnTo>
                  <a:pt x="1415" y="931"/>
                </a:lnTo>
                <a:lnTo>
                  <a:pt x="1675" y="782"/>
                </a:lnTo>
                <a:lnTo>
                  <a:pt x="1936" y="708"/>
                </a:lnTo>
                <a:lnTo>
                  <a:pt x="2233" y="633"/>
                </a:lnTo>
                <a:lnTo>
                  <a:pt x="2605" y="596"/>
                </a:lnTo>
                <a:lnTo>
                  <a:pt x="3201" y="596"/>
                </a:lnTo>
                <a:lnTo>
                  <a:pt x="3647" y="670"/>
                </a:lnTo>
                <a:lnTo>
                  <a:pt x="4577" y="819"/>
                </a:lnTo>
                <a:lnTo>
                  <a:pt x="5694" y="1117"/>
                </a:lnTo>
                <a:lnTo>
                  <a:pt x="6959" y="1526"/>
                </a:lnTo>
                <a:lnTo>
                  <a:pt x="8372" y="2010"/>
                </a:lnTo>
                <a:lnTo>
                  <a:pt x="9898" y="2605"/>
                </a:lnTo>
                <a:lnTo>
                  <a:pt x="11572" y="3312"/>
                </a:lnTo>
                <a:lnTo>
                  <a:pt x="13358" y="4093"/>
                </a:lnTo>
                <a:lnTo>
                  <a:pt x="15256" y="4949"/>
                </a:lnTo>
                <a:lnTo>
                  <a:pt x="17302" y="5917"/>
                </a:lnTo>
                <a:lnTo>
                  <a:pt x="19423" y="6958"/>
                </a:lnTo>
                <a:lnTo>
                  <a:pt x="21693" y="8075"/>
                </a:lnTo>
                <a:lnTo>
                  <a:pt x="26455" y="10530"/>
                </a:lnTo>
                <a:lnTo>
                  <a:pt x="31552" y="13246"/>
                </a:lnTo>
                <a:lnTo>
                  <a:pt x="36947" y="16186"/>
                </a:lnTo>
                <a:lnTo>
                  <a:pt x="42603" y="19311"/>
                </a:lnTo>
                <a:lnTo>
                  <a:pt x="48482" y="22660"/>
                </a:lnTo>
                <a:lnTo>
                  <a:pt x="54509" y="26083"/>
                </a:lnTo>
                <a:lnTo>
                  <a:pt x="60648" y="29655"/>
                </a:lnTo>
                <a:lnTo>
                  <a:pt x="66862" y="33301"/>
                </a:lnTo>
                <a:lnTo>
                  <a:pt x="73113" y="36984"/>
                </a:lnTo>
                <a:lnTo>
                  <a:pt x="79326" y="40705"/>
                </a:lnTo>
                <a:lnTo>
                  <a:pt x="80517" y="40705"/>
                </a:lnTo>
                <a:lnTo>
                  <a:pt x="76387" y="38249"/>
                </a:lnTo>
                <a:lnTo>
                  <a:pt x="68499" y="33561"/>
                </a:lnTo>
                <a:lnTo>
                  <a:pt x="61058" y="29208"/>
                </a:lnTo>
                <a:lnTo>
                  <a:pt x="54063" y="25115"/>
                </a:lnTo>
                <a:lnTo>
                  <a:pt x="47477" y="21357"/>
                </a:lnTo>
                <a:lnTo>
                  <a:pt x="41301" y="17897"/>
                </a:lnTo>
                <a:lnTo>
                  <a:pt x="35608" y="14735"/>
                </a:lnTo>
                <a:lnTo>
                  <a:pt x="30325" y="11870"/>
                </a:lnTo>
                <a:lnTo>
                  <a:pt x="25450" y="9340"/>
                </a:lnTo>
                <a:lnTo>
                  <a:pt x="21060" y="7107"/>
                </a:lnTo>
                <a:lnTo>
                  <a:pt x="17079" y="5172"/>
                </a:lnTo>
                <a:lnTo>
                  <a:pt x="15256" y="4317"/>
                </a:lnTo>
                <a:lnTo>
                  <a:pt x="13581" y="3535"/>
                </a:lnTo>
                <a:lnTo>
                  <a:pt x="11982" y="2828"/>
                </a:lnTo>
                <a:lnTo>
                  <a:pt x="10493" y="2196"/>
                </a:lnTo>
                <a:lnTo>
                  <a:pt x="9117" y="1675"/>
                </a:lnTo>
                <a:lnTo>
                  <a:pt x="7814" y="1191"/>
                </a:lnTo>
                <a:lnTo>
                  <a:pt x="6661" y="819"/>
                </a:lnTo>
                <a:lnTo>
                  <a:pt x="5619" y="484"/>
                </a:lnTo>
                <a:lnTo>
                  <a:pt x="4689" y="261"/>
                </a:lnTo>
                <a:lnTo>
                  <a:pt x="3870" y="112"/>
                </a:lnTo>
                <a:lnTo>
                  <a:pt x="31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9" name="Google Shape;169;p15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BLANK_1_1_1_1_1_1_1_1_1_1_1_1_1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>
            <a:spLocks noGrp="1"/>
          </p:cNvSpPr>
          <p:nvPr>
            <p:ph type="subTitle" idx="1"/>
          </p:nvPr>
        </p:nvSpPr>
        <p:spPr>
          <a:xfrm>
            <a:off x="228600" y="2568175"/>
            <a:ext cx="2834700" cy="4002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2"/>
          </p:nvPr>
        </p:nvSpPr>
        <p:spPr>
          <a:xfrm>
            <a:off x="3156613" y="2568175"/>
            <a:ext cx="2834700" cy="4002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3"/>
          </p:nvPr>
        </p:nvSpPr>
        <p:spPr>
          <a:xfrm>
            <a:off x="6084638" y="2568175"/>
            <a:ext cx="2834700" cy="4002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body" idx="4"/>
          </p:nvPr>
        </p:nvSpPr>
        <p:spPr>
          <a:xfrm>
            <a:off x="228600" y="3133800"/>
            <a:ext cx="2834700" cy="722100"/>
          </a:xfrm>
          <a:prstGeom prst="rect">
            <a:avLst/>
          </a:prstGeom>
        </p:spPr>
        <p:txBody>
          <a:bodyPr spcFirstLastPara="1" wrap="square" lIns="274300" tIns="91425" rIns="27430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body" idx="5"/>
          </p:nvPr>
        </p:nvSpPr>
        <p:spPr>
          <a:xfrm>
            <a:off x="3156613" y="3133800"/>
            <a:ext cx="2834700" cy="722100"/>
          </a:xfrm>
          <a:prstGeom prst="rect">
            <a:avLst/>
          </a:prstGeom>
        </p:spPr>
        <p:txBody>
          <a:bodyPr spcFirstLastPara="1" wrap="square" lIns="274300" tIns="91425" rIns="274300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6"/>
          </p:nvPr>
        </p:nvSpPr>
        <p:spPr>
          <a:xfrm>
            <a:off x="6084638" y="3133800"/>
            <a:ext cx="2834700" cy="722100"/>
          </a:xfrm>
          <a:prstGeom prst="rect">
            <a:avLst/>
          </a:prstGeom>
        </p:spPr>
        <p:txBody>
          <a:bodyPr spcFirstLastPara="1" wrap="square" lIns="274300" tIns="91425" rIns="274300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9" name="Google Shape;179;p16"/>
          <p:cNvSpPr txBox="1">
            <a:spLocks noGrp="1"/>
          </p:cNvSpPr>
          <p:nvPr>
            <p:ph type="subTitle" idx="7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BLANK_1_1_1_1_2_1_2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/>
          <p:cNvPicPr preferRelativeResize="0"/>
          <p:nvPr/>
        </p:nvPicPr>
        <p:blipFill rotWithShape="1">
          <a:blip r:embed="rId2">
            <a:alphaModFix/>
          </a:blip>
          <a:srcRect l="534" t="71891" r="13408"/>
          <a:stretch/>
        </p:blipFill>
        <p:spPr>
          <a:xfrm>
            <a:off x="4561500" y="0"/>
            <a:ext cx="4582502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>
            <a:spLocks noGrp="1"/>
          </p:cNvSpPr>
          <p:nvPr>
            <p:ph type="body" idx="1"/>
          </p:nvPr>
        </p:nvSpPr>
        <p:spPr>
          <a:xfrm>
            <a:off x="3154650" y="3337800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body" idx="2"/>
          </p:nvPr>
        </p:nvSpPr>
        <p:spPr>
          <a:xfrm>
            <a:off x="228600" y="3337800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3"/>
          </p:nvPr>
        </p:nvSpPr>
        <p:spPr>
          <a:xfrm>
            <a:off x="6080700" y="3337800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/>
          </p:nvPr>
        </p:nvSpPr>
        <p:spPr>
          <a:xfrm>
            <a:off x="1877050" y="1578774"/>
            <a:ext cx="30030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 idx="4"/>
          </p:nvPr>
        </p:nvSpPr>
        <p:spPr>
          <a:xfrm>
            <a:off x="1877050" y="1944332"/>
            <a:ext cx="3598500" cy="7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87" name="Google Shape;187;p17"/>
          <p:cNvSpPr>
            <a:spLocks noGrp="1"/>
          </p:cNvSpPr>
          <p:nvPr>
            <p:ph type="pic" idx="5"/>
          </p:nvPr>
        </p:nvSpPr>
        <p:spPr>
          <a:xfrm>
            <a:off x="309350" y="1425725"/>
            <a:ext cx="1409700" cy="1409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pic>
        <p:nvPicPr>
          <p:cNvPr id="188" name="Google Shape;188;p17"/>
          <p:cNvPicPr preferRelativeResize="0"/>
          <p:nvPr/>
        </p:nvPicPr>
        <p:blipFill rotWithShape="1">
          <a:blip r:embed="rId3">
            <a:alphaModFix/>
          </a:blip>
          <a:srcRect t="49683" r="49117"/>
          <a:stretch/>
        </p:blipFill>
        <p:spPr>
          <a:xfrm>
            <a:off x="7392192" y="-1"/>
            <a:ext cx="1751812" cy="17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>
            <a:spLocks noGrp="1"/>
          </p:cNvSpPr>
          <p:nvPr>
            <p:ph type="title" idx="6"/>
          </p:nvPr>
        </p:nvSpPr>
        <p:spPr>
          <a:xfrm>
            <a:off x="228600" y="228600"/>
            <a:ext cx="5760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7302102" y="-1"/>
            <a:ext cx="1841902" cy="1572524"/>
          </a:xfrm>
          <a:custGeom>
            <a:avLst/>
            <a:gdLst/>
            <a:ahLst/>
            <a:cxnLst/>
            <a:rect l="l" t="t" r="r" b="b"/>
            <a:pathLst>
              <a:path w="65894" h="56257" extrusionOk="0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2" name="Google Shape;192;p17"/>
          <p:cNvSpPr txBox="1">
            <a:spLocks noGrp="1"/>
          </p:cNvSpPr>
          <p:nvPr>
            <p:ph type="subTitle" idx="7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3">
  <p:cSld name="BLANK_1_1_1_1_1_1_1_1_1_1_1_1_1_1_2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8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>
            <a:spLocks noGrp="1"/>
          </p:cNvSpPr>
          <p:nvPr>
            <p:ph type="body" idx="1"/>
          </p:nvPr>
        </p:nvSpPr>
        <p:spPr>
          <a:xfrm>
            <a:off x="1238400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body" idx="2"/>
          </p:nvPr>
        </p:nvSpPr>
        <p:spPr>
          <a:xfrm>
            <a:off x="2459068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body" idx="3"/>
          </p:nvPr>
        </p:nvSpPr>
        <p:spPr>
          <a:xfrm>
            <a:off x="3833097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body" idx="4"/>
          </p:nvPr>
        </p:nvSpPr>
        <p:spPr>
          <a:xfrm>
            <a:off x="5053765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5"/>
          </p:nvPr>
        </p:nvSpPr>
        <p:spPr>
          <a:xfrm>
            <a:off x="6427794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6"/>
          </p:nvPr>
        </p:nvSpPr>
        <p:spPr>
          <a:xfrm>
            <a:off x="7648462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body" idx="7"/>
          </p:nvPr>
        </p:nvSpPr>
        <p:spPr>
          <a:xfrm>
            <a:off x="6399275" y="350285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2" name="Google Shape;202;p18"/>
          <p:cNvSpPr txBox="1">
            <a:spLocks noGrp="1"/>
          </p:cNvSpPr>
          <p:nvPr>
            <p:ph type="body" idx="8"/>
          </p:nvPr>
        </p:nvSpPr>
        <p:spPr>
          <a:xfrm>
            <a:off x="6399275" y="28160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body" idx="9"/>
          </p:nvPr>
        </p:nvSpPr>
        <p:spPr>
          <a:xfrm>
            <a:off x="3833097" y="41897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body" idx="13"/>
          </p:nvPr>
        </p:nvSpPr>
        <p:spPr>
          <a:xfrm>
            <a:off x="3833097" y="350285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1pPr>
            <a:lvl2pPr marL="914400" lvl="1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2pPr>
            <a:lvl3pPr marL="1371600" lvl="2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3pPr>
            <a:lvl4pPr marL="1828800" lvl="3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4pPr>
            <a:lvl5pPr marL="2286000" lvl="4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5pPr>
            <a:lvl6pPr marL="2743200" lvl="5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6pPr>
            <a:lvl7pPr marL="3200400" lvl="6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7pPr>
            <a:lvl8pPr marL="3657600" lvl="7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8pPr>
            <a:lvl9pPr marL="4114800" lvl="8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5" name="Google Shape;205;p18"/>
          <p:cNvSpPr txBox="1">
            <a:spLocks noGrp="1"/>
          </p:cNvSpPr>
          <p:nvPr>
            <p:ph type="body" idx="14"/>
          </p:nvPr>
        </p:nvSpPr>
        <p:spPr>
          <a:xfrm>
            <a:off x="3833097" y="28160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body" idx="15"/>
          </p:nvPr>
        </p:nvSpPr>
        <p:spPr>
          <a:xfrm>
            <a:off x="1238400" y="41897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body" idx="16"/>
          </p:nvPr>
        </p:nvSpPr>
        <p:spPr>
          <a:xfrm>
            <a:off x="1238400" y="350285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7"/>
          </p:nvPr>
        </p:nvSpPr>
        <p:spPr>
          <a:xfrm>
            <a:off x="1238400" y="28160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title" idx="18"/>
          </p:nvPr>
        </p:nvSpPr>
        <p:spPr>
          <a:xfrm>
            <a:off x="228600" y="2817305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title" idx="19"/>
          </p:nvPr>
        </p:nvSpPr>
        <p:spPr>
          <a:xfrm>
            <a:off x="228600" y="1887327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title" idx="20"/>
          </p:nvPr>
        </p:nvSpPr>
        <p:spPr>
          <a:xfrm>
            <a:off x="228600" y="1312276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title" idx="21"/>
          </p:nvPr>
        </p:nvSpPr>
        <p:spPr>
          <a:xfrm>
            <a:off x="228600" y="924550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title" idx="22"/>
          </p:nvPr>
        </p:nvSpPr>
        <p:spPr>
          <a:xfrm>
            <a:off x="228600" y="3509306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title" idx="23"/>
          </p:nvPr>
        </p:nvSpPr>
        <p:spPr>
          <a:xfrm>
            <a:off x="228600" y="4189724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24"/>
          </p:nvPr>
        </p:nvSpPr>
        <p:spPr>
          <a:xfrm>
            <a:off x="1430832" y="957275"/>
            <a:ext cx="2040000" cy="2415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25"/>
          </p:nvPr>
        </p:nvSpPr>
        <p:spPr>
          <a:xfrm>
            <a:off x="4025506" y="957275"/>
            <a:ext cx="2040000" cy="2415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body" idx="26"/>
          </p:nvPr>
        </p:nvSpPr>
        <p:spPr>
          <a:xfrm>
            <a:off x="6399275" y="41897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27"/>
          </p:nvPr>
        </p:nvSpPr>
        <p:spPr>
          <a:xfrm>
            <a:off x="6620203" y="957275"/>
            <a:ext cx="2040000" cy="2415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1" name="Google Shape;221;p18"/>
          <p:cNvSpPr txBox="1">
            <a:spLocks noGrp="1"/>
          </p:cNvSpPr>
          <p:nvPr>
            <p:ph type="subTitle" idx="28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">
  <p:cSld name="BLANK_1_1_1_1_2_1_2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9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>
            <a:spLocks noGrp="1"/>
          </p:cNvSpPr>
          <p:nvPr>
            <p:ph type="body" idx="1"/>
          </p:nvPr>
        </p:nvSpPr>
        <p:spPr>
          <a:xfrm>
            <a:off x="6080825" y="2545247"/>
            <a:ext cx="2834700" cy="7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25" name="Google Shape;225;p19"/>
          <p:cNvSpPr txBox="1">
            <a:spLocks noGrp="1"/>
          </p:cNvSpPr>
          <p:nvPr>
            <p:ph type="title"/>
          </p:nvPr>
        </p:nvSpPr>
        <p:spPr>
          <a:xfrm>
            <a:off x="6080825" y="2228204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body" idx="2"/>
          </p:nvPr>
        </p:nvSpPr>
        <p:spPr>
          <a:xfrm>
            <a:off x="6080825" y="3561500"/>
            <a:ext cx="2834700" cy="7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27" name="Google Shape;227;p19"/>
          <p:cNvSpPr txBox="1">
            <a:spLocks noGrp="1"/>
          </p:cNvSpPr>
          <p:nvPr>
            <p:ph type="title" idx="3"/>
          </p:nvPr>
        </p:nvSpPr>
        <p:spPr>
          <a:xfrm>
            <a:off x="6080825" y="3244458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body" idx="4"/>
          </p:nvPr>
        </p:nvSpPr>
        <p:spPr>
          <a:xfrm>
            <a:off x="3154650" y="3026423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29" name="Google Shape;229;p19"/>
          <p:cNvSpPr>
            <a:spLocks noGrp="1"/>
          </p:cNvSpPr>
          <p:nvPr>
            <p:ph type="pic" idx="5"/>
          </p:nvPr>
        </p:nvSpPr>
        <p:spPr>
          <a:xfrm>
            <a:off x="309350" y="952800"/>
            <a:ext cx="2754000" cy="1634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30" name="Google Shape;230;p19"/>
          <p:cNvSpPr txBox="1">
            <a:spLocks noGrp="1"/>
          </p:cNvSpPr>
          <p:nvPr>
            <p:ph type="title" idx="6"/>
          </p:nvPr>
        </p:nvSpPr>
        <p:spPr>
          <a:xfrm>
            <a:off x="3154650" y="2709375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31" name="Google Shape;231;p19"/>
          <p:cNvSpPr txBox="1">
            <a:spLocks noGrp="1"/>
          </p:cNvSpPr>
          <p:nvPr>
            <p:ph type="title" idx="7"/>
          </p:nvPr>
        </p:nvSpPr>
        <p:spPr>
          <a:xfrm>
            <a:off x="3154650" y="858000"/>
            <a:ext cx="2834700" cy="7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32" name="Google Shape;232;p19"/>
          <p:cNvSpPr txBox="1">
            <a:spLocks noGrp="1"/>
          </p:cNvSpPr>
          <p:nvPr>
            <p:ph type="title" idx="8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4" name="Google Shape;234;p19"/>
          <p:cNvSpPr txBox="1">
            <a:spLocks noGrp="1"/>
          </p:cNvSpPr>
          <p:nvPr>
            <p:ph type="title" idx="9"/>
          </p:nvPr>
        </p:nvSpPr>
        <p:spPr>
          <a:xfrm>
            <a:off x="6080825" y="858000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 txBox="1">
            <a:spLocks noGrp="1"/>
          </p:cNvSpPr>
          <p:nvPr>
            <p:ph type="subTitle" idx="1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 - Alt 1">
  <p:cSld name="BLANK_1_1_1_1_2_1_2_1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0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>
            <a:spLocks noGrp="1"/>
          </p:cNvSpPr>
          <p:nvPr>
            <p:ph type="body" idx="1"/>
          </p:nvPr>
        </p:nvSpPr>
        <p:spPr>
          <a:xfrm>
            <a:off x="3154650" y="1167124"/>
            <a:ext cx="28347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body" idx="2"/>
          </p:nvPr>
        </p:nvSpPr>
        <p:spPr>
          <a:xfrm>
            <a:off x="228600" y="1167124"/>
            <a:ext cx="28347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title"/>
          </p:nvPr>
        </p:nvSpPr>
        <p:spPr>
          <a:xfrm>
            <a:off x="1843500" y="298423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title" idx="3"/>
          </p:nvPr>
        </p:nvSpPr>
        <p:spPr>
          <a:xfrm>
            <a:off x="3154650" y="1955684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title" idx="4"/>
          </p:nvPr>
        </p:nvSpPr>
        <p:spPr>
          <a:xfrm>
            <a:off x="3154650" y="85008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title" idx="5"/>
          </p:nvPr>
        </p:nvSpPr>
        <p:spPr>
          <a:xfrm>
            <a:off x="228600" y="85008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title" idx="6"/>
          </p:nvPr>
        </p:nvSpPr>
        <p:spPr>
          <a:xfrm>
            <a:off x="6080825" y="85008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6" name="Google Shape;246;p20"/>
          <p:cNvSpPr txBox="1">
            <a:spLocks noGrp="1"/>
          </p:cNvSpPr>
          <p:nvPr>
            <p:ph type="title" idx="7"/>
          </p:nvPr>
        </p:nvSpPr>
        <p:spPr>
          <a:xfrm>
            <a:off x="6080825" y="2600385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7" name="Google Shape;247;p20"/>
          <p:cNvSpPr txBox="1">
            <a:spLocks noGrp="1"/>
          </p:cNvSpPr>
          <p:nvPr>
            <p:ph type="title" idx="8"/>
          </p:nvPr>
        </p:nvSpPr>
        <p:spPr>
          <a:xfrm>
            <a:off x="228600" y="1955684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8" name="Google Shape;248;p20"/>
          <p:cNvSpPr txBox="1">
            <a:spLocks noGrp="1"/>
          </p:cNvSpPr>
          <p:nvPr>
            <p:ph type="title" idx="9"/>
          </p:nvPr>
        </p:nvSpPr>
        <p:spPr>
          <a:xfrm>
            <a:off x="3154650" y="339416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9" name="Google Shape;249;p20"/>
          <p:cNvSpPr txBox="1">
            <a:spLocks noGrp="1"/>
          </p:cNvSpPr>
          <p:nvPr>
            <p:ph type="title" idx="13"/>
          </p:nvPr>
        </p:nvSpPr>
        <p:spPr>
          <a:xfrm>
            <a:off x="228600" y="339416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0" name="Google Shape;250;p20"/>
          <p:cNvSpPr txBox="1">
            <a:spLocks noGrp="1"/>
          </p:cNvSpPr>
          <p:nvPr>
            <p:ph type="title" idx="14"/>
          </p:nvPr>
        </p:nvSpPr>
        <p:spPr>
          <a:xfrm>
            <a:off x="6080825" y="1257775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1" name="Google Shape;251;p20"/>
          <p:cNvSpPr txBox="1">
            <a:spLocks noGrp="1"/>
          </p:cNvSpPr>
          <p:nvPr>
            <p:ph type="title" idx="15"/>
          </p:nvPr>
        </p:nvSpPr>
        <p:spPr>
          <a:xfrm>
            <a:off x="6080825" y="1510744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2" name="Google Shape;252;p20"/>
          <p:cNvSpPr txBox="1">
            <a:spLocks noGrp="1"/>
          </p:cNvSpPr>
          <p:nvPr>
            <p:ph type="title" idx="16"/>
          </p:nvPr>
        </p:nvSpPr>
        <p:spPr>
          <a:xfrm>
            <a:off x="6080825" y="1763713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title" idx="17"/>
          </p:nvPr>
        </p:nvSpPr>
        <p:spPr>
          <a:xfrm>
            <a:off x="6080825" y="2016681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title" idx="18"/>
          </p:nvPr>
        </p:nvSpPr>
        <p:spPr>
          <a:xfrm>
            <a:off x="6080825" y="2269650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5" name="Google Shape;255;p20"/>
          <p:cNvSpPr txBox="1">
            <a:spLocks noGrp="1"/>
          </p:cNvSpPr>
          <p:nvPr>
            <p:ph type="title" idx="19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title" idx="20"/>
          </p:nvPr>
        </p:nvSpPr>
        <p:spPr>
          <a:xfrm>
            <a:off x="228600" y="234795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title" idx="21"/>
          </p:nvPr>
        </p:nvSpPr>
        <p:spPr>
          <a:xfrm>
            <a:off x="1843500" y="234795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8" name="Google Shape;258;p20"/>
          <p:cNvSpPr txBox="1">
            <a:spLocks noGrp="1"/>
          </p:cNvSpPr>
          <p:nvPr>
            <p:ph type="title" idx="22"/>
          </p:nvPr>
        </p:nvSpPr>
        <p:spPr>
          <a:xfrm>
            <a:off x="228600" y="266609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title" idx="23"/>
          </p:nvPr>
        </p:nvSpPr>
        <p:spPr>
          <a:xfrm>
            <a:off x="1843500" y="266609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title" idx="24"/>
          </p:nvPr>
        </p:nvSpPr>
        <p:spPr>
          <a:xfrm>
            <a:off x="228600" y="298423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1" name="Google Shape;261;p20"/>
          <p:cNvSpPr txBox="1">
            <a:spLocks noGrp="1"/>
          </p:cNvSpPr>
          <p:nvPr>
            <p:ph type="title" idx="25"/>
          </p:nvPr>
        </p:nvSpPr>
        <p:spPr>
          <a:xfrm>
            <a:off x="3154713" y="234795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2" name="Google Shape;262;p20"/>
          <p:cNvSpPr txBox="1">
            <a:spLocks noGrp="1"/>
          </p:cNvSpPr>
          <p:nvPr>
            <p:ph type="title" idx="26"/>
          </p:nvPr>
        </p:nvSpPr>
        <p:spPr>
          <a:xfrm>
            <a:off x="3154713" y="266609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3" name="Google Shape;263;p20"/>
          <p:cNvSpPr txBox="1">
            <a:spLocks noGrp="1"/>
          </p:cNvSpPr>
          <p:nvPr>
            <p:ph type="title" idx="27"/>
          </p:nvPr>
        </p:nvSpPr>
        <p:spPr>
          <a:xfrm>
            <a:off x="3154713" y="298423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subTitle" idx="28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1">
  <p:cSld name="BLANK_1_1_1_1_1_1_1_1_1_1_1_1_1_1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>
            <a:spLocks noGrp="1"/>
          </p:cNvSpPr>
          <p:nvPr>
            <p:ph type="subTitle" idx="1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subTitle" idx="2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8" name="Google Shape;268;p21"/>
          <p:cNvSpPr txBox="1">
            <a:spLocks noGrp="1"/>
          </p:cNvSpPr>
          <p:nvPr>
            <p:ph type="subTitle" idx="3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9" name="Google Shape;269;p21"/>
          <p:cNvSpPr txBox="1">
            <a:spLocks noGrp="1"/>
          </p:cNvSpPr>
          <p:nvPr>
            <p:ph type="subTitle" idx="4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pic>
        <p:nvPicPr>
          <p:cNvPr id="270" name="Google Shape;270;p21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>
            <a:spLocks noGrp="1"/>
          </p:cNvSpPr>
          <p:nvPr>
            <p:ph type="body" idx="5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272" name="Google Shape;272;p2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73" name="Google Shape;273;p21"/>
          <p:cNvSpPr txBox="1">
            <a:spLocks noGrp="1"/>
          </p:cNvSpPr>
          <p:nvPr>
            <p:ph type="body" idx="6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274" name="Google Shape;274;p21"/>
          <p:cNvSpPr txBox="1">
            <a:spLocks noGrp="1"/>
          </p:cNvSpPr>
          <p:nvPr>
            <p:ph type="body" idx="7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275" name="Google Shape;275;p21"/>
          <p:cNvSpPr txBox="1">
            <a:spLocks noGrp="1"/>
          </p:cNvSpPr>
          <p:nvPr>
            <p:ph type="body" idx="8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7" name="Google Shape;277;p21"/>
          <p:cNvSpPr txBox="1">
            <a:spLocks noGrp="1"/>
          </p:cNvSpPr>
          <p:nvPr>
            <p:ph type="subTitle" idx="9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3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2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81" name="Google Shape;281;p22"/>
          <p:cNvSpPr txBox="1">
            <a:spLocks noGrp="1"/>
          </p:cNvSpPr>
          <p:nvPr>
            <p:ph type="title" idx="2"/>
          </p:nvPr>
        </p:nvSpPr>
        <p:spPr>
          <a:xfrm>
            <a:off x="2040700" y="2971669"/>
            <a:ext cx="2758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2" name="Google Shape;282;p22"/>
          <p:cNvSpPr txBox="1">
            <a:spLocks noGrp="1"/>
          </p:cNvSpPr>
          <p:nvPr>
            <p:ph type="title" idx="3"/>
          </p:nvPr>
        </p:nvSpPr>
        <p:spPr>
          <a:xfrm>
            <a:off x="4905100" y="3259050"/>
            <a:ext cx="1622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3" name="Google Shape;283;p22"/>
          <p:cNvSpPr txBox="1">
            <a:spLocks noGrp="1"/>
          </p:cNvSpPr>
          <p:nvPr>
            <p:ph type="title" idx="4"/>
          </p:nvPr>
        </p:nvSpPr>
        <p:spPr>
          <a:xfrm>
            <a:off x="6589325" y="3591225"/>
            <a:ext cx="1622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title" idx="5"/>
          </p:nvPr>
        </p:nvSpPr>
        <p:spPr>
          <a:xfrm>
            <a:off x="228600" y="2642422"/>
            <a:ext cx="1622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5" name="Google Shape;285;p22"/>
          <p:cNvSpPr txBox="1">
            <a:spLocks noGrp="1"/>
          </p:cNvSpPr>
          <p:nvPr>
            <p:ph type="title" idx="6"/>
          </p:nvPr>
        </p:nvSpPr>
        <p:spPr>
          <a:xfrm>
            <a:off x="22860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title" idx="7"/>
          </p:nvPr>
        </p:nvSpPr>
        <p:spPr>
          <a:xfrm>
            <a:off x="1533025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title" idx="8"/>
          </p:nvPr>
        </p:nvSpPr>
        <p:spPr>
          <a:xfrm>
            <a:off x="283745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title" idx="9"/>
          </p:nvPr>
        </p:nvSpPr>
        <p:spPr>
          <a:xfrm>
            <a:off x="4141875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 idx="13"/>
          </p:nvPr>
        </p:nvSpPr>
        <p:spPr>
          <a:xfrm>
            <a:off x="544630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title" idx="14"/>
          </p:nvPr>
        </p:nvSpPr>
        <p:spPr>
          <a:xfrm>
            <a:off x="6750725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15"/>
          </p:nvPr>
        </p:nvSpPr>
        <p:spPr>
          <a:xfrm>
            <a:off x="805515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3" name="Google Shape;293;p22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big ideas">
  <p:cSld name="BLANK_1_1_1_1_1_1_1_1_1_1_1_1_1_1_1_2">
    <p:bg>
      <p:bgPr>
        <a:solidFill>
          <a:schemeClr val="lt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 txBox="1">
            <a:spLocks noGrp="1"/>
          </p:cNvSpPr>
          <p:nvPr>
            <p:ph type="subTitle" idx="1"/>
          </p:nvPr>
        </p:nvSpPr>
        <p:spPr>
          <a:xfrm>
            <a:off x="228600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6" name="Google Shape;296;p23"/>
          <p:cNvSpPr txBox="1">
            <a:spLocks noGrp="1"/>
          </p:cNvSpPr>
          <p:nvPr>
            <p:ph type="subTitle" idx="2"/>
          </p:nvPr>
        </p:nvSpPr>
        <p:spPr>
          <a:xfrm>
            <a:off x="1971375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7" name="Google Shape;297;p23"/>
          <p:cNvSpPr txBox="1">
            <a:spLocks noGrp="1"/>
          </p:cNvSpPr>
          <p:nvPr>
            <p:ph type="subTitle" idx="3"/>
          </p:nvPr>
        </p:nvSpPr>
        <p:spPr>
          <a:xfrm>
            <a:off x="3714150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8" name="Google Shape;298;p23"/>
          <p:cNvSpPr txBox="1">
            <a:spLocks noGrp="1"/>
          </p:cNvSpPr>
          <p:nvPr>
            <p:ph type="subTitle" idx="4"/>
          </p:nvPr>
        </p:nvSpPr>
        <p:spPr>
          <a:xfrm>
            <a:off x="5456925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p23"/>
          <p:cNvSpPr txBox="1">
            <a:spLocks noGrp="1"/>
          </p:cNvSpPr>
          <p:nvPr>
            <p:ph type="subTitle" idx="5"/>
          </p:nvPr>
        </p:nvSpPr>
        <p:spPr>
          <a:xfrm>
            <a:off x="7199700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pic>
        <p:nvPicPr>
          <p:cNvPr id="300" name="Google Shape;300;p23"/>
          <p:cNvPicPr preferRelativeResize="0"/>
          <p:nvPr/>
        </p:nvPicPr>
        <p:blipFill rotWithShape="1">
          <a:blip r:embed="rId2">
            <a:alphaModFix/>
          </a:blip>
          <a:srcRect t="70460" r="33897"/>
          <a:stretch/>
        </p:blipFill>
        <p:spPr>
          <a:xfrm>
            <a:off x="5624200" y="0"/>
            <a:ext cx="3519800" cy="15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>
            <a:spLocks noGrp="1"/>
          </p:cNvSpPr>
          <p:nvPr>
            <p:ph type="body" idx="6"/>
          </p:nvPr>
        </p:nvSpPr>
        <p:spPr>
          <a:xfrm>
            <a:off x="1971375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02" name="Google Shape;302;p23"/>
          <p:cNvSpPr txBox="1">
            <a:spLocks noGrp="1"/>
          </p:cNvSpPr>
          <p:nvPr>
            <p:ph type="body" idx="7"/>
          </p:nvPr>
        </p:nvSpPr>
        <p:spPr>
          <a:xfrm>
            <a:off x="3714150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03" name="Google Shape;303;p23"/>
          <p:cNvSpPr txBox="1">
            <a:spLocks noGrp="1"/>
          </p:cNvSpPr>
          <p:nvPr>
            <p:ph type="body" idx="8"/>
          </p:nvPr>
        </p:nvSpPr>
        <p:spPr>
          <a:xfrm>
            <a:off x="5456925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04" name="Google Shape;304;p23"/>
          <p:cNvSpPr txBox="1">
            <a:spLocks noGrp="1"/>
          </p:cNvSpPr>
          <p:nvPr>
            <p:ph type="body" idx="9"/>
          </p:nvPr>
        </p:nvSpPr>
        <p:spPr>
          <a:xfrm>
            <a:off x="228450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p23"/>
          <p:cNvSpPr txBox="1">
            <a:spLocks noGrp="1"/>
          </p:cNvSpPr>
          <p:nvPr>
            <p:ph type="body" idx="13"/>
          </p:nvPr>
        </p:nvSpPr>
        <p:spPr>
          <a:xfrm>
            <a:off x="7199700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8" name="Google Shape;308;p23"/>
          <p:cNvSpPr txBox="1">
            <a:spLocks noGrp="1"/>
          </p:cNvSpPr>
          <p:nvPr>
            <p:ph type="subTitle" idx="14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BLANK_1_1_1_1_1_1_1_1_1_1_1_1_1_1_1_1_1_1_1_1_1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/>
          <p:nvPr/>
        </p:nvSpPr>
        <p:spPr>
          <a:xfrm rot="5400000">
            <a:off x="-3989996" y="1161600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11" name="Google Shape;311;p24"/>
          <p:cNvPicPr preferRelativeResize="0"/>
          <p:nvPr/>
        </p:nvPicPr>
        <p:blipFill rotWithShape="1">
          <a:blip r:embed="rId2">
            <a:alphaModFix/>
          </a:blip>
          <a:srcRect l="7339" b="46245"/>
          <a:stretch/>
        </p:blipFill>
        <p:spPr>
          <a:xfrm>
            <a:off x="218592" y="3453125"/>
            <a:ext cx="2926200" cy="169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3" name="Google Shape;313;p24"/>
          <p:cNvSpPr txBox="1">
            <a:spLocks noGrp="1"/>
          </p:cNvSpPr>
          <p:nvPr>
            <p:ph type="title"/>
          </p:nvPr>
        </p:nvSpPr>
        <p:spPr>
          <a:xfrm>
            <a:off x="228600" y="228589"/>
            <a:ext cx="2926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-4" y="1992734"/>
            <a:ext cx="3736169" cy="3157919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5" name="Google Shape;315;p24"/>
          <p:cNvSpPr txBox="1">
            <a:spLocks noGrp="1"/>
          </p:cNvSpPr>
          <p:nvPr>
            <p:ph type="body" idx="1"/>
          </p:nvPr>
        </p:nvSpPr>
        <p:spPr>
          <a:xfrm>
            <a:off x="4819600" y="3701256"/>
            <a:ext cx="40959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body" idx="2"/>
          </p:nvPr>
        </p:nvSpPr>
        <p:spPr>
          <a:xfrm>
            <a:off x="4819600" y="2342406"/>
            <a:ext cx="40959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>
            <a:endParaRPr/>
          </a:p>
        </p:txBody>
      </p:sp>
      <p:sp>
        <p:nvSpPr>
          <p:cNvPr id="317" name="Google Shape;317;p24"/>
          <p:cNvSpPr txBox="1">
            <a:spLocks noGrp="1"/>
          </p:cNvSpPr>
          <p:nvPr>
            <p:ph type="body" idx="3"/>
          </p:nvPr>
        </p:nvSpPr>
        <p:spPr>
          <a:xfrm>
            <a:off x="4819600" y="983556"/>
            <a:ext cx="40959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>
            <a:endParaRPr/>
          </a:p>
        </p:txBody>
      </p:sp>
      <p:sp>
        <p:nvSpPr>
          <p:cNvPr id="318" name="Google Shape;318;p24"/>
          <p:cNvSpPr txBox="1">
            <a:spLocks noGrp="1"/>
          </p:cNvSpPr>
          <p:nvPr>
            <p:ph type="subTitle" idx="4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BLANK_1_1_1_1_1_1_2">
    <p:bg>
      <p:bgPr>
        <a:solidFill>
          <a:schemeClr val="accent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5"/>
          <p:cNvPicPr preferRelativeResize="0"/>
          <p:nvPr/>
        </p:nvPicPr>
        <p:blipFill rotWithShape="1">
          <a:blip r:embed="rId2">
            <a:alphaModFix/>
          </a:blip>
          <a:srcRect t="51307" r="54483"/>
          <a:stretch/>
        </p:blipFill>
        <p:spPr>
          <a:xfrm rot="10800000" flipH="1">
            <a:off x="6802800" y="2639053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2" name="Google Shape;322;p25"/>
          <p:cNvSpPr txBox="1">
            <a:spLocks noGrp="1"/>
          </p:cNvSpPr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dk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23" name="Google Shape;323;p25"/>
          <p:cNvSpPr txBox="1">
            <a:spLocks noGrp="1"/>
          </p:cNvSpPr>
          <p:nvPr>
            <p:ph type="subTitle" idx="1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324" name="Google Shape;324;p25"/>
          <p:cNvSpPr/>
          <p:nvPr/>
        </p:nvSpPr>
        <p:spPr>
          <a:xfrm flipH="1">
            <a:off x="11" y="148752"/>
            <a:ext cx="1377568" cy="2421760"/>
          </a:xfrm>
          <a:custGeom>
            <a:avLst/>
            <a:gdLst/>
            <a:ahLst/>
            <a:cxnLst/>
            <a:rect l="l" t="t" r="r" b="b"/>
            <a:pathLst>
              <a:path w="43049" h="75680" extrusionOk="0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5" name="Google Shape;325;p25"/>
          <p:cNvSpPr txBox="1">
            <a:spLocks noGrp="1"/>
          </p:cNvSpPr>
          <p:nvPr>
            <p:ph type="body" idx="2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25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1" name="Google Shape;33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5" name="Google Shape;335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40" name="Google Shape;340;p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343" name="Google Shape;343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4" name="Google Shape;344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9" name="Google Shape;349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4" name="Google Shape;354;p3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5" name="Google Shape;355;p3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6" name="Google Shape;356;p3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7" name="Google Shape;357;p3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8" name="Google Shape;358;p3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1" name="Google Shape;361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2" name="Google Shape;362;p3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65" name="Google Shape;365;p3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6" name="Google Shape;366;p3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7" name="Google Shape;367;p3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3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1" name="Google Shape;371;p3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2" name="Google Shape;372;p3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73" name="Google Shape;373;p38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4" name="Google Shape;374;p38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5" name="Google Shape;375;p38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6" name="Google Shape;376;p38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9" name="Google Shape;379;p3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0" name="Google Shape;380;p3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3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3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83" name="Google Shape;383;p3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" name="Google Shape;384;p3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5" name="Google Shape;385;p3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4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4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5" name="Google Shape;39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6" name="Google Shape;396;p4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7" name="Google Shape;397;p4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0" name="Google Shape;400;p4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4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4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3" name="Google Shape;403;p4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4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5" name="Google Shape;405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4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7" name="Google Shape;407;p4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8" name="Google Shape;408;p4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4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9" name="Google Shape;419;p4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256925"/>
            <a:ext cx="57072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392125" y="1843600"/>
            <a:ext cx="3919500" cy="27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5"/>
          <p:cNvSpPr txBox="1">
            <a:spLocks noGrp="1"/>
          </p:cNvSpPr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Money Created?</a:t>
            </a:r>
            <a:endParaRPr/>
          </a:p>
        </p:txBody>
      </p:sp>
      <p:sp>
        <p:nvSpPr>
          <p:cNvPr id="427" name="Google Shape;427;p45"/>
          <p:cNvSpPr txBox="1">
            <a:spLocks noGrp="1"/>
          </p:cNvSpPr>
          <p:nvPr>
            <p:ph type="subTitle" idx="1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3</a:t>
            </a:r>
            <a:endParaRPr dirty="0"/>
          </a:p>
        </p:txBody>
      </p:sp>
      <p:sp>
        <p:nvSpPr>
          <p:cNvPr id="428" name="Google Shape;428;p45"/>
          <p:cNvSpPr/>
          <p:nvPr/>
        </p:nvSpPr>
        <p:spPr>
          <a:xfrm>
            <a:off x="3910781" y="3637225"/>
            <a:ext cx="1077600" cy="4002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August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29" name="Google Shape;429;p45"/>
          <p:cNvSpPr/>
          <p:nvPr/>
        </p:nvSpPr>
        <p:spPr>
          <a:xfrm>
            <a:off x="5039322" y="3637225"/>
            <a:ext cx="872100" cy="4002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2026</a:t>
            </a:r>
            <a:endParaRPr sz="1000" dirty="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30" name="Google Shape;430;p45"/>
          <p:cNvSpPr/>
          <p:nvPr/>
        </p:nvSpPr>
        <p:spPr>
          <a:xfrm rot="-395291">
            <a:off x="3110326" y="3199308"/>
            <a:ext cx="3041752" cy="281119"/>
          </a:xfrm>
          <a:custGeom>
            <a:avLst/>
            <a:gdLst/>
            <a:ahLst/>
            <a:cxnLst/>
            <a:rect l="l" t="t" r="r" b="b"/>
            <a:pathLst>
              <a:path w="182716" h="17616" extrusionOk="0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1" name="Google Shape;431;p45"/>
          <p:cNvSpPr/>
          <p:nvPr/>
        </p:nvSpPr>
        <p:spPr>
          <a:xfrm rot="-509448">
            <a:off x="4276371" y="3322374"/>
            <a:ext cx="1877891" cy="123212"/>
          </a:xfrm>
          <a:custGeom>
            <a:avLst/>
            <a:gdLst/>
            <a:ahLst/>
            <a:cxnLst/>
            <a:rect l="l" t="t" r="r" b="b"/>
            <a:pathLst>
              <a:path w="182716" h="17616" extrusionOk="0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47"/>
          <p:cNvSpPr txBox="1"/>
          <p:nvPr/>
        </p:nvSpPr>
        <p:spPr>
          <a:xfrm>
            <a:off x="476250" y="381000"/>
            <a:ext cx="8191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How Commercial Banks Create and Destroy Money</a:t>
            </a:r>
            <a:endParaRPr sz="24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p47"/>
          <p:cNvCxnSpPr/>
          <p:nvPr/>
        </p:nvCxnSpPr>
        <p:spPr>
          <a:xfrm>
            <a:off x="476250" y="952500"/>
            <a:ext cx="81915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45" name="Google Shape;445;p47"/>
          <p:cNvGrpSpPr/>
          <p:nvPr/>
        </p:nvGrpSpPr>
        <p:grpSpPr>
          <a:xfrm>
            <a:off x="714375" y="1257300"/>
            <a:ext cx="4762500" cy="2648100"/>
            <a:chOff x="714375" y="1257300"/>
            <a:chExt cx="4762500" cy="2648100"/>
          </a:xfrm>
        </p:grpSpPr>
        <p:sp>
          <p:nvSpPr>
            <p:cNvPr id="446" name="Google Shape;446;p47"/>
            <p:cNvSpPr/>
            <p:nvPr/>
          </p:nvSpPr>
          <p:spPr>
            <a:xfrm>
              <a:off x="2400300" y="1257300"/>
              <a:ext cx="1295400" cy="342900"/>
            </a:xfrm>
            <a:prstGeom prst="roundRect">
              <a:avLst>
                <a:gd name="adj" fmla="val 11111"/>
              </a:avLst>
            </a:prstGeom>
            <a:solidFill>
              <a:srgbClr val="F0FDF4"/>
            </a:solidFill>
            <a:ln w="14300" cap="flat" cmpd="sng">
              <a:solidFill>
                <a:srgbClr val="1580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7"/>
            <p:cNvSpPr/>
            <p:nvPr/>
          </p:nvSpPr>
          <p:spPr>
            <a:xfrm>
              <a:off x="3886200" y="1257300"/>
              <a:ext cx="1524000" cy="342900"/>
            </a:xfrm>
            <a:prstGeom prst="roundRect">
              <a:avLst>
                <a:gd name="adj" fmla="val 11111"/>
              </a:avLst>
            </a:prstGeom>
            <a:solidFill>
              <a:srgbClr val="F0FDF4"/>
            </a:solidFill>
            <a:ln w="14300" cap="flat" cmpd="sng">
              <a:solidFill>
                <a:srgbClr val="1580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7"/>
            <p:cNvSpPr txBox="1"/>
            <p:nvPr/>
          </p:nvSpPr>
          <p:spPr>
            <a:xfrm>
              <a:off x="1047750" y="1257300"/>
              <a:ext cx="1047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3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Borrower</a:t>
              </a:r>
              <a:endParaRPr sz="1203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7"/>
            <p:cNvSpPr txBox="1"/>
            <p:nvPr/>
          </p:nvSpPr>
          <p:spPr>
            <a:xfrm>
              <a:off x="2400300" y="1257300"/>
              <a:ext cx="1295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rPr>
                <a:t>Commercial Bank</a:t>
              </a:r>
              <a:endParaRPr sz="1203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7"/>
            <p:cNvSpPr txBox="1"/>
            <p:nvPr/>
          </p:nvSpPr>
          <p:spPr>
            <a:xfrm>
              <a:off x="3886200" y="125730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rPr>
                <a:t>+ £10,000 Deposit</a:t>
              </a:r>
              <a:endParaRPr sz="1203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1" name="Google Shape;451;p4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71700" y="1385888"/>
              <a:ext cx="1620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4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752850" y="1385888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" name="Google Shape;453;p47"/>
            <p:cNvSpPr/>
            <p:nvPr/>
          </p:nvSpPr>
          <p:spPr>
            <a:xfrm>
              <a:off x="1238250" y="1905000"/>
              <a:ext cx="39054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143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54" name="Google Shape;454;p47"/>
            <p:cNvCxnSpPr/>
            <p:nvPr/>
          </p:nvCxnSpPr>
          <p:spPr>
            <a:xfrm>
              <a:off x="1238250" y="219075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5" name="Google Shape;455;p47"/>
            <p:cNvCxnSpPr/>
            <p:nvPr/>
          </p:nvCxnSpPr>
          <p:spPr>
            <a:xfrm>
              <a:off x="3190875" y="1905000"/>
              <a:ext cx="0" cy="11430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56" name="Google Shape;456;p47"/>
            <p:cNvSpPr txBox="1"/>
            <p:nvPr/>
          </p:nvSpPr>
          <p:spPr>
            <a:xfrm>
              <a:off x="1238250" y="1905000"/>
              <a:ext cx="390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COMMERCIAL BANK BALANCE SHEET</a:t>
              </a:r>
              <a:endParaRPr sz="1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7"/>
            <p:cNvSpPr txBox="1"/>
            <p:nvPr/>
          </p:nvSpPr>
          <p:spPr>
            <a:xfrm>
              <a:off x="1381125" y="2266950"/>
              <a:ext cx="1666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Assets</a:t>
              </a:r>
              <a:endParaRPr sz="1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7"/>
            <p:cNvSpPr txBox="1"/>
            <p:nvPr/>
          </p:nvSpPr>
          <p:spPr>
            <a:xfrm>
              <a:off x="1381125" y="2619375"/>
              <a:ext cx="166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5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+ £10,000 Loan (Borrower debt)</a:t>
              </a:r>
              <a:endParaRPr sz="935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7"/>
            <p:cNvSpPr txBox="1"/>
            <p:nvPr/>
          </p:nvSpPr>
          <p:spPr>
            <a:xfrm>
              <a:off x="3333750" y="2266950"/>
              <a:ext cx="1666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Liabilities</a:t>
              </a:r>
              <a:endParaRPr sz="1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7"/>
            <p:cNvSpPr txBox="1"/>
            <p:nvPr/>
          </p:nvSpPr>
          <p:spPr>
            <a:xfrm>
              <a:off x="3333750" y="2619375"/>
              <a:ext cx="166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5" b="1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rPr>
                <a:t>+ £10,000 Deposit (New money)</a:t>
              </a:r>
              <a:endParaRPr sz="935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7"/>
            <p:cNvSpPr txBox="1"/>
            <p:nvPr/>
          </p:nvSpPr>
          <p:spPr>
            <a:xfrm>
              <a:off x="714375" y="3429000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rPr>
                <a:t>New loan → New deposit → Broad money ↑</a:t>
              </a:r>
              <a:endParaRPr sz="1800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2" name="Google Shape;462;p47"/>
          <p:cNvCxnSpPr/>
          <p:nvPr/>
        </p:nvCxnSpPr>
        <p:spPr>
          <a:xfrm>
            <a:off x="5715000" y="1143000"/>
            <a:ext cx="0" cy="29529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63" name="Google Shape;463;p47"/>
          <p:cNvGrpSpPr/>
          <p:nvPr/>
        </p:nvGrpSpPr>
        <p:grpSpPr>
          <a:xfrm>
            <a:off x="6048375" y="1190625"/>
            <a:ext cx="2619300" cy="2476500"/>
            <a:chOff x="6048375" y="1190625"/>
            <a:chExt cx="2619300" cy="2476500"/>
          </a:xfrm>
        </p:grpSpPr>
        <p:sp>
          <p:nvSpPr>
            <p:cNvPr id="464" name="Google Shape;464;p47"/>
            <p:cNvSpPr txBox="1"/>
            <p:nvPr/>
          </p:nvSpPr>
          <p:spPr>
            <a:xfrm>
              <a:off x="6048375" y="1190625"/>
              <a:ext cx="261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Money Destruction</a:t>
              </a:r>
              <a:endParaRPr sz="1500" b="1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7"/>
            <p:cNvSpPr txBox="1"/>
            <p:nvPr/>
          </p:nvSpPr>
          <p:spPr>
            <a:xfrm>
              <a:off x="6048375" y="1762125"/>
              <a:ext cx="26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The Reverse Process:</a:t>
              </a:r>
              <a:endParaRPr sz="1203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3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Loan repayment</a:t>
              </a:r>
              <a:endParaRPr sz="1203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03" b="0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→ Deposit disappears</a:t>
              </a:r>
              <a:endParaRPr sz="1203" b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→ Broad money ↓</a:t>
              </a:r>
              <a:endParaRPr sz="1203" b="1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7"/>
            <p:cNvSpPr txBox="1"/>
            <p:nvPr/>
          </p:nvSpPr>
          <p:spPr>
            <a:xfrm>
              <a:off x="6048375" y="3095625"/>
              <a:ext cx="2619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Repayment destroys deposits</a:t>
              </a:r>
              <a:r>
                <a:rPr lang="en" sz="1203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, shrinking the overall money supply as debts are settled.</a:t>
              </a:r>
              <a:endParaRPr sz="1203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7" name="Google Shape;467;p47"/>
          <p:cNvCxnSpPr/>
          <p:nvPr/>
        </p:nvCxnSpPr>
        <p:spPr>
          <a:xfrm>
            <a:off x="476250" y="4333875"/>
            <a:ext cx="81915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8" name="Google Shape;468;p47"/>
          <p:cNvSpPr txBox="1"/>
          <p:nvPr/>
        </p:nvSpPr>
        <p:spPr>
          <a:xfrm>
            <a:off x="476250" y="4429125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Base money does not initially change.</a:t>
            </a:r>
            <a:r>
              <a:rPr lang="en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Central bank reserves are primarily held by commercial banks and used to settle payments between them.</a:t>
            </a:r>
            <a:endParaRPr sz="95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8"/>
          <p:cNvSpPr txBox="1">
            <a:spLocks noGrp="1"/>
          </p:cNvSpPr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48"/>
          <p:cNvSpPr txBox="1">
            <a:spLocks noGrp="1"/>
          </p:cNvSpPr>
          <p:nvPr>
            <p:ph type="subTitle" idx="1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5" name="Google Shape;47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9"/>
          <p:cNvSpPr txBox="1">
            <a:spLocks noGrp="1"/>
          </p:cNvSpPr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49"/>
          <p:cNvSpPr txBox="1">
            <a:spLocks noGrp="1"/>
          </p:cNvSpPr>
          <p:nvPr>
            <p:ph type="subTitle" idx="1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2" name="Google Shape;48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6"/>
            <a:ext cx="9143999" cy="5140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0"/>
          <p:cNvSpPr txBox="1">
            <a:spLocks noGrp="1"/>
          </p:cNvSpPr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 for listening</a:t>
            </a:r>
            <a:endParaRPr/>
          </a:p>
        </p:txBody>
      </p:sp>
      <p:sp>
        <p:nvSpPr>
          <p:cNvPr id="488" name="Google Shape;488;p50"/>
          <p:cNvSpPr/>
          <p:nvPr/>
        </p:nvSpPr>
        <p:spPr>
          <a:xfrm rot="-395291">
            <a:off x="3110326" y="3199308"/>
            <a:ext cx="3041752" cy="281119"/>
          </a:xfrm>
          <a:custGeom>
            <a:avLst/>
            <a:gdLst/>
            <a:ahLst/>
            <a:cxnLst/>
            <a:rect l="l" t="t" r="r" b="b"/>
            <a:pathLst>
              <a:path w="182716" h="17616" extrusionOk="0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89" name="Google Shape;489;p50"/>
          <p:cNvSpPr/>
          <p:nvPr/>
        </p:nvSpPr>
        <p:spPr>
          <a:xfrm rot="-509448">
            <a:off x="4276371" y="3322374"/>
            <a:ext cx="1877891" cy="123212"/>
          </a:xfrm>
          <a:custGeom>
            <a:avLst/>
            <a:gdLst/>
            <a:ahLst/>
            <a:cxnLst/>
            <a:rect l="l" t="t" r="r" b="b"/>
            <a:pathLst>
              <a:path w="182716" h="17616" extrusionOk="0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On-screen Show (16:9)</PresentationFormat>
  <Paragraphs>22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Poppins SemiBold</vt:lpstr>
      <vt:lpstr>Poppins Medium</vt:lpstr>
      <vt:lpstr>Nunito Sans SemiBold</vt:lpstr>
      <vt:lpstr>Nunito Sans</vt:lpstr>
      <vt:lpstr>Arial</vt:lpstr>
      <vt:lpstr>Poppins</vt:lpstr>
      <vt:lpstr>Marketing Plan Presentation [Style 1]</vt:lpstr>
      <vt:lpstr>How is Money Created?</vt:lpstr>
      <vt:lpstr>PowerPoint Presentation</vt:lpstr>
      <vt:lpstr>PowerPoint Presentation</vt:lpstr>
      <vt:lpstr>PowerPoint Presentation</vt:lpstr>
      <vt:lpstr>PowerPoint Presentation</vt:lpstr>
      <vt:lpstr>Thank you 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William Zhang</cp:lastModifiedBy>
  <cp:revision>1</cp:revision>
  <dcterms:modified xsi:type="dcterms:W3CDTF">2026-08-27T03:56:51Z</dcterms:modified>
</cp:coreProperties>
</file>